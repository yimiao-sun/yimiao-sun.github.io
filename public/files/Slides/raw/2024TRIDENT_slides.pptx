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61" r:id="rId5"/>
    <p:sldId id="260" r:id="rId6"/>
    <p:sldId id="521" r:id="rId7"/>
    <p:sldId id="522" r:id="rId8"/>
    <p:sldId id="525" r:id="rId9"/>
    <p:sldId id="268" r:id="rId10"/>
    <p:sldId id="269" r:id="rId11"/>
    <p:sldId id="270" r:id="rId12"/>
    <p:sldId id="523" r:id="rId13"/>
    <p:sldId id="528" r:id="rId14"/>
    <p:sldId id="524" r:id="rId15"/>
    <p:sldId id="273" r:id="rId16"/>
    <p:sldId id="275" r:id="rId17"/>
    <p:sldId id="277" r:id="rId18"/>
    <p:sldId id="278" r:id="rId19"/>
    <p:sldId id="279" r:id="rId20"/>
    <p:sldId id="280" r:id="rId21"/>
    <p:sldId id="281" r:id="rId22"/>
    <p:sldId id="517" r:id="rId23"/>
    <p:sldId id="518" r:id="rId24"/>
    <p:sldId id="265" r:id="rId25"/>
    <p:sldId id="266" r:id="rId26"/>
    <p:sldId id="267" r:id="rId27"/>
    <p:sldId id="527" r:id="rId28"/>
    <p:sldId id="272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gin" id="{A4037A25-4BAF-4D35-ABFA-6D729861B233}">
          <p14:sldIdLst>
            <p14:sldId id="256"/>
            <p14:sldId id="257"/>
          </p14:sldIdLst>
        </p14:section>
        <p14:section name="Problem" id="{E373D1EA-DA46-4410-A11C-4F03EB9DD2C0}">
          <p14:sldIdLst>
            <p14:sldId id="258"/>
          </p14:sldIdLst>
        </p14:section>
        <p14:section name="Existing Work" id="{ED2BE068-4C69-4DF9-A616-350AFCE3B958}">
          <p14:sldIdLst>
            <p14:sldId id="261"/>
          </p14:sldIdLst>
        </p14:section>
        <p14:section name="Our Proposal" id="{64A8AA64-6E9E-41BB-B86F-0889456FEE9A}">
          <p14:sldIdLst>
            <p14:sldId id="260"/>
          </p14:sldIdLst>
        </p14:section>
        <p14:section name="Challenges" id="{1A6A71F5-2E25-48E1-B558-376DD22BB129}">
          <p14:sldIdLst>
            <p14:sldId id="521"/>
          </p14:sldIdLst>
        </p14:section>
        <p14:section name="Challenge1" id="{F372F72F-AD5E-4225-83F0-F5EE28337C83}">
          <p14:sldIdLst>
            <p14:sldId id="522"/>
            <p14:sldId id="525"/>
            <p14:sldId id="268"/>
            <p14:sldId id="269"/>
            <p14:sldId id="270"/>
          </p14:sldIdLst>
        </p14:section>
        <p14:section name="Challenge2" id="{90CB57E0-7CAA-4FFE-9689-BF8408A80D71}">
          <p14:sldIdLst>
            <p14:sldId id="523"/>
            <p14:sldId id="528"/>
          </p14:sldIdLst>
        </p14:section>
        <p14:section name="Challenge3" id="{E848CB12-A8D9-4DA2-91AC-B0A49E61A82A}">
          <p14:sldIdLst>
            <p14:sldId id="524"/>
            <p14:sldId id="273"/>
          </p14:sldIdLst>
        </p14:section>
        <p14:section name="Evaluation" id="{802FFC35-39A6-467A-89AB-55DB52F49B8E}">
          <p14:sldIdLst>
            <p14:sldId id="275"/>
            <p14:sldId id="277"/>
            <p14:sldId id="278"/>
            <p14:sldId id="279"/>
            <p14:sldId id="280"/>
          </p14:sldIdLst>
        </p14:section>
        <p14:section name="Conclusion" id="{B91393C8-7D9D-4C4A-A79D-CC5F9D826A9E}">
          <p14:sldIdLst>
            <p14:sldId id="281"/>
          </p14:sldIdLst>
        </p14:section>
        <p14:section name="End" id="{52F9BEA8-C996-4C16-8F17-87665215789D}">
          <p14:sldIdLst>
            <p14:sldId id="517"/>
          </p14:sldIdLst>
        </p14:section>
        <p14:section name="Backup" id="{012CC903-417E-49CE-AF70-224906B0B87C}">
          <p14:sldIdLst>
            <p14:sldId id="518"/>
          </p14:sldIdLst>
        </p14:section>
        <p14:section name="Deprecated" id="{D84B30A3-5E6C-448E-ACE1-E77056E2229E}">
          <p14:sldIdLst>
            <p14:sldId id="265"/>
            <p14:sldId id="266"/>
            <p14:sldId id="267"/>
            <p14:sldId id="527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874"/>
    <a:srgbClr val="00560A"/>
    <a:srgbClr val="1D5591"/>
    <a:srgbClr val="980920"/>
    <a:srgbClr val="FFFFFF"/>
    <a:srgbClr val="7F7F7F"/>
    <a:srgbClr val="000000"/>
    <a:srgbClr val="FFE5E5"/>
    <a:srgbClr val="E6A8A8"/>
    <a:srgbClr val="990C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79D363-2D5C-4FBE-ABAC-FBAA446AC1E4}" v="2652" dt="2024-05-07T12:38:19.3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37" autoAdjust="0"/>
    <p:restoredTop sz="81050" autoAdjust="0"/>
  </p:normalViewPr>
  <p:slideViewPr>
    <p:cSldViewPr snapToGrid="0">
      <p:cViewPr varScale="1">
        <p:scale>
          <a:sx n="75" d="100"/>
          <a:sy n="75" d="100"/>
        </p:scale>
        <p:origin x="679" y="3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i Yang" userId="72d5fd8bf877926f" providerId="LiveId" clId="{7479D363-2D5C-4FBE-ABAC-FBAA446AC1E4}"/>
    <pc:docChg chg="undo redo custSel addSld delSld modSld sldOrd addSection modSection modShowInfo">
      <pc:chgData name="Hui Yang" userId="72d5fd8bf877926f" providerId="LiveId" clId="{7479D363-2D5C-4FBE-ABAC-FBAA446AC1E4}" dt="2024-05-07T12:38:19.361" v="28500"/>
      <pc:docMkLst>
        <pc:docMk/>
      </pc:docMkLst>
      <pc:sldChg chg="addSp delSp modSp add mod modTransition modNotesTx">
        <pc:chgData name="Hui Yang" userId="72d5fd8bf877926f" providerId="LiveId" clId="{7479D363-2D5C-4FBE-ABAC-FBAA446AC1E4}" dt="2024-05-07T12:35:44.723" v="28470" actId="1036"/>
        <pc:sldMkLst>
          <pc:docMk/>
          <pc:sldMk cId="1440543540" sldId="256"/>
        </pc:sldMkLst>
        <pc:spChg chg="add del mod">
          <ac:chgData name="Hui Yang" userId="72d5fd8bf877926f" providerId="LiveId" clId="{7479D363-2D5C-4FBE-ABAC-FBAA446AC1E4}" dt="2024-05-03T12:46:17.878" v="22419" actId="478"/>
          <ac:spMkLst>
            <pc:docMk/>
            <pc:sldMk cId="1440543540" sldId="256"/>
            <ac:spMk id="2" creationId="{72304CEA-EEE5-33F6-D2DA-245C1D454B40}"/>
          </ac:spMkLst>
        </pc:spChg>
        <pc:spChg chg="mod">
          <ac:chgData name="Hui Yang" userId="72d5fd8bf877926f" providerId="LiveId" clId="{7479D363-2D5C-4FBE-ABAC-FBAA446AC1E4}" dt="2024-04-26T12:51:05.183" v="8430" actId="1076"/>
          <ac:spMkLst>
            <pc:docMk/>
            <pc:sldMk cId="1440543540" sldId="256"/>
            <ac:spMk id="4" creationId="{83F3E5CC-5509-52A5-8AF9-AC9D53DF1468}"/>
          </ac:spMkLst>
        </pc:spChg>
        <pc:spChg chg="mod">
          <ac:chgData name="Hui Yang" userId="72d5fd8bf877926f" providerId="LiveId" clId="{7479D363-2D5C-4FBE-ABAC-FBAA446AC1E4}" dt="2024-05-03T12:46:54.185" v="22429" actId="1076"/>
          <ac:spMkLst>
            <pc:docMk/>
            <pc:sldMk cId="1440543540" sldId="256"/>
            <ac:spMk id="7" creationId="{18B768F8-44DA-7174-3A0D-35B11D3DBB92}"/>
          </ac:spMkLst>
        </pc:spChg>
        <pc:spChg chg="del mod">
          <ac:chgData name="Hui Yang" userId="72d5fd8bf877926f" providerId="LiveId" clId="{7479D363-2D5C-4FBE-ABAC-FBAA446AC1E4}" dt="2024-05-03T12:46:44.847" v="22426" actId="478"/>
          <ac:spMkLst>
            <pc:docMk/>
            <pc:sldMk cId="1440543540" sldId="256"/>
            <ac:spMk id="8" creationId="{F93387D9-3C8B-1189-5E58-69A2D5D0F1B4}"/>
          </ac:spMkLst>
        </pc:spChg>
        <pc:picChg chg="mod">
          <ac:chgData name="Hui Yang" userId="72d5fd8bf877926f" providerId="LiveId" clId="{7479D363-2D5C-4FBE-ABAC-FBAA446AC1E4}" dt="2024-05-07T12:35:44.723" v="28470" actId="1036"/>
          <ac:picMkLst>
            <pc:docMk/>
            <pc:sldMk cId="1440543540" sldId="256"/>
            <ac:picMk id="6" creationId="{4733B2F5-4F0F-4AC0-BABC-6E1BF6313B4F}"/>
          </ac:picMkLst>
        </pc:picChg>
      </pc:sldChg>
      <pc:sldChg chg="addSp delSp modSp del mod modTransition delAnim">
        <pc:chgData name="Hui Yang" userId="72d5fd8bf877926f" providerId="LiveId" clId="{7479D363-2D5C-4FBE-ABAC-FBAA446AC1E4}" dt="2024-04-26T11:57:40.022" v="8298" actId="2696"/>
        <pc:sldMkLst>
          <pc:docMk/>
          <pc:sldMk cId="4006173689" sldId="256"/>
        </pc:sldMkLst>
        <pc:picChg chg="add del mod">
          <ac:chgData name="Hui Yang" userId="72d5fd8bf877926f" providerId="LiveId" clId="{7479D363-2D5C-4FBE-ABAC-FBAA446AC1E4}" dt="2024-04-26T11:56:48.238" v="8293" actId="478"/>
          <ac:picMkLst>
            <pc:docMk/>
            <pc:sldMk cId="4006173689" sldId="256"/>
            <ac:picMk id="9" creationId="{94F3C98E-AA48-9D77-18BC-7D60F3D596D1}"/>
          </ac:picMkLst>
        </pc:picChg>
      </pc:sldChg>
      <pc:sldChg chg="addSp delSp modSp mod modTransition modAnim modNotesTx">
        <pc:chgData name="Hui Yang" userId="72d5fd8bf877926f" providerId="LiveId" clId="{7479D363-2D5C-4FBE-ABAC-FBAA446AC1E4}" dt="2024-05-07T12:37:19.693" v="28499" actId="20577"/>
        <pc:sldMkLst>
          <pc:docMk/>
          <pc:sldMk cId="1052702445" sldId="257"/>
        </pc:sldMkLst>
        <pc:spChg chg="mod ord">
          <ac:chgData name="Hui Yang" userId="72d5fd8bf877926f" providerId="LiveId" clId="{7479D363-2D5C-4FBE-ABAC-FBAA446AC1E4}" dt="2024-04-26T13:00:43.005" v="8476" actId="207"/>
          <ac:spMkLst>
            <pc:docMk/>
            <pc:sldMk cId="1052702445" sldId="257"/>
            <ac:spMk id="2" creationId="{AE1BC08C-9B97-B3E6-73FB-C750B463DFF9}"/>
          </ac:spMkLst>
        </pc:spChg>
        <pc:spChg chg="add mod">
          <ac:chgData name="Hui Yang" userId="72d5fd8bf877926f" providerId="LiveId" clId="{7479D363-2D5C-4FBE-ABAC-FBAA446AC1E4}" dt="2024-05-06T02:01:24.163" v="22727" actId="14100"/>
          <ac:spMkLst>
            <pc:docMk/>
            <pc:sldMk cId="1052702445" sldId="257"/>
            <ac:spMk id="3" creationId="{2B26CA75-EA62-7CDA-0E0C-19EC9A7D76F9}"/>
          </ac:spMkLst>
        </pc:spChg>
        <pc:spChg chg="del">
          <ac:chgData name="Hui Yang" userId="72d5fd8bf877926f" providerId="LiveId" clId="{7479D363-2D5C-4FBE-ABAC-FBAA446AC1E4}" dt="2024-04-26T06:28:48.128" v="7323" actId="478"/>
          <ac:spMkLst>
            <pc:docMk/>
            <pc:sldMk cId="1052702445" sldId="257"/>
            <ac:spMk id="3" creationId="{66974080-BF03-188C-AE3C-314DE6EAFCEA}"/>
          </ac:spMkLst>
        </pc:spChg>
        <pc:spChg chg="add mod">
          <ac:chgData name="Hui Yang" userId="72d5fd8bf877926f" providerId="LiveId" clId="{7479D363-2D5C-4FBE-ABAC-FBAA446AC1E4}" dt="2024-04-26T14:22:42.035" v="8651" actId="688"/>
          <ac:spMkLst>
            <pc:docMk/>
            <pc:sldMk cId="1052702445" sldId="257"/>
            <ac:spMk id="5" creationId="{5B52021B-898B-9E4A-F2A1-CF1D76ECFAF4}"/>
          </ac:spMkLst>
        </pc:spChg>
        <pc:spChg chg="add mod">
          <ac:chgData name="Hui Yang" userId="72d5fd8bf877926f" providerId="LiveId" clId="{7479D363-2D5C-4FBE-ABAC-FBAA446AC1E4}" dt="2024-04-26T14:22:42.035" v="8651" actId="688"/>
          <ac:spMkLst>
            <pc:docMk/>
            <pc:sldMk cId="1052702445" sldId="257"/>
            <ac:spMk id="6" creationId="{F4F7E9BA-426E-C4B3-20D9-80061B1A8677}"/>
          </ac:spMkLst>
        </pc:spChg>
        <pc:spChg chg="add mod">
          <ac:chgData name="Hui Yang" userId="72d5fd8bf877926f" providerId="LiveId" clId="{7479D363-2D5C-4FBE-ABAC-FBAA446AC1E4}" dt="2024-04-26T14:22:42.035" v="8651" actId="688"/>
          <ac:spMkLst>
            <pc:docMk/>
            <pc:sldMk cId="1052702445" sldId="257"/>
            <ac:spMk id="7" creationId="{7B60B2AB-3310-470B-9CBB-1AF10A05D6D2}"/>
          </ac:spMkLst>
        </pc:spChg>
        <pc:spChg chg="add mod">
          <ac:chgData name="Hui Yang" userId="72d5fd8bf877926f" providerId="LiveId" clId="{7479D363-2D5C-4FBE-ABAC-FBAA446AC1E4}" dt="2024-05-07T12:09:55.947" v="28387" actId="20577"/>
          <ac:spMkLst>
            <pc:docMk/>
            <pc:sldMk cId="1052702445" sldId="257"/>
            <ac:spMk id="9" creationId="{2CC7E404-0A2F-441D-C3EC-03D2484ECC13}"/>
          </ac:spMkLst>
        </pc:spChg>
        <pc:spChg chg="add mod">
          <ac:chgData name="Hui Yang" userId="72d5fd8bf877926f" providerId="LiveId" clId="{7479D363-2D5C-4FBE-ABAC-FBAA446AC1E4}" dt="2024-04-26T13:13:41.854" v="8501" actId="688"/>
          <ac:spMkLst>
            <pc:docMk/>
            <pc:sldMk cId="1052702445" sldId="257"/>
            <ac:spMk id="10" creationId="{D130A36E-EE46-53C3-9B69-FA4F0329B6B4}"/>
          </ac:spMkLst>
        </pc:spChg>
        <pc:spChg chg="add mod">
          <ac:chgData name="Hui Yang" userId="72d5fd8bf877926f" providerId="LiveId" clId="{7479D363-2D5C-4FBE-ABAC-FBAA446AC1E4}" dt="2024-04-26T13:13:41.854" v="8501" actId="688"/>
          <ac:spMkLst>
            <pc:docMk/>
            <pc:sldMk cId="1052702445" sldId="257"/>
            <ac:spMk id="11" creationId="{08653475-1C11-C85F-6F21-E1D77A622892}"/>
          </ac:spMkLst>
        </pc:spChg>
        <pc:spChg chg="add mod">
          <ac:chgData name="Hui Yang" userId="72d5fd8bf877926f" providerId="LiveId" clId="{7479D363-2D5C-4FBE-ABAC-FBAA446AC1E4}" dt="2024-04-26T13:13:41.854" v="8501" actId="688"/>
          <ac:spMkLst>
            <pc:docMk/>
            <pc:sldMk cId="1052702445" sldId="257"/>
            <ac:spMk id="12" creationId="{1C4F9D19-A04E-41D3-9319-8A506F80A695}"/>
          </ac:spMkLst>
        </pc:spChg>
        <pc:spChg chg="add mod">
          <ac:chgData name="Hui Yang" userId="72d5fd8bf877926f" providerId="LiveId" clId="{7479D363-2D5C-4FBE-ABAC-FBAA446AC1E4}" dt="2024-04-26T13:13:52.576" v="8505" actId="1076"/>
          <ac:spMkLst>
            <pc:docMk/>
            <pc:sldMk cId="1052702445" sldId="257"/>
            <ac:spMk id="14" creationId="{5C06ED48-26DD-CD5D-8933-C34DCCBA9B8D}"/>
          </ac:spMkLst>
        </pc:spChg>
        <pc:spChg chg="add mod">
          <ac:chgData name="Hui Yang" userId="72d5fd8bf877926f" providerId="LiveId" clId="{7479D363-2D5C-4FBE-ABAC-FBAA446AC1E4}" dt="2024-04-26T13:13:52.576" v="8505" actId="1076"/>
          <ac:spMkLst>
            <pc:docMk/>
            <pc:sldMk cId="1052702445" sldId="257"/>
            <ac:spMk id="15" creationId="{1894C097-3A53-DAE4-78DB-D78A6C2DE428}"/>
          </ac:spMkLst>
        </pc:spChg>
        <pc:spChg chg="add mod">
          <ac:chgData name="Hui Yang" userId="72d5fd8bf877926f" providerId="LiveId" clId="{7479D363-2D5C-4FBE-ABAC-FBAA446AC1E4}" dt="2024-04-26T13:13:52.576" v="8505" actId="1076"/>
          <ac:spMkLst>
            <pc:docMk/>
            <pc:sldMk cId="1052702445" sldId="257"/>
            <ac:spMk id="16" creationId="{65F0D228-B0DE-ADFC-AFDE-9FA2156A74F7}"/>
          </ac:spMkLst>
        </pc:spChg>
        <pc:spChg chg="add mod">
          <ac:chgData name="Hui Yang" userId="72d5fd8bf877926f" providerId="LiveId" clId="{7479D363-2D5C-4FBE-ABAC-FBAA446AC1E4}" dt="2024-04-26T13:14:00.200" v="8508" actId="1076"/>
          <ac:spMkLst>
            <pc:docMk/>
            <pc:sldMk cId="1052702445" sldId="257"/>
            <ac:spMk id="17" creationId="{4907046F-9BA1-7910-59CA-43099F79CEFF}"/>
          </ac:spMkLst>
        </pc:spChg>
        <pc:spChg chg="add mod">
          <ac:chgData name="Hui Yang" userId="72d5fd8bf877926f" providerId="LiveId" clId="{7479D363-2D5C-4FBE-ABAC-FBAA446AC1E4}" dt="2024-04-26T13:14:00.200" v="8508" actId="1076"/>
          <ac:spMkLst>
            <pc:docMk/>
            <pc:sldMk cId="1052702445" sldId="257"/>
            <ac:spMk id="18" creationId="{301E6D57-8362-7190-403D-1ADFDC0897EF}"/>
          </ac:spMkLst>
        </pc:spChg>
        <pc:spChg chg="add mod">
          <ac:chgData name="Hui Yang" userId="72d5fd8bf877926f" providerId="LiveId" clId="{7479D363-2D5C-4FBE-ABAC-FBAA446AC1E4}" dt="2024-04-26T13:14:00.200" v="8508" actId="1076"/>
          <ac:spMkLst>
            <pc:docMk/>
            <pc:sldMk cId="1052702445" sldId="257"/>
            <ac:spMk id="19" creationId="{647EFC49-32AD-E1CF-342B-A43D466F5E4E}"/>
          </ac:spMkLst>
        </pc:spChg>
        <pc:spChg chg="add mod">
          <ac:chgData name="Hui Yang" userId="72d5fd8bf877926f" providerId="LiveId" clId="{7479D363-2D5C-4FBE-ABAC-FBAA446AC1E4}" dt="2024-04-26T13:14:08.317" v="8510" actId="1076"/>
          <ac:spMkLst>
            <pc:docMk/>
            <pc:sldMk cId="1052702445" sldId="257"/>
            <ac:spMk id="20" creationId="{E641429A-B5B6-B3F7-CD49-4219833DC711}"/>
          </ac:spMkLst>
        </pc:spChg>
        <pc:spChg chg="add mod">
          <ac:chgData name="Hui Yang" userId="72d5fd8bf877926f" providerId="LiveId" clId="{7479D363-2D5C-4FBE-ABAC-FBAA446AC1E4}" dt="2024-04-26T13:14:08.317" v="8510" actId="1076"/>
          <ac:spMkLst>
            <pc:docMk/>
            <pc:sldMk cId="1052702445" sldId="257"/>
            <ac:spMk id="21" creationId="{413F7214-90A7-4C27-8B4D-FA34F7063EEF}"/>
          </ac:spMkLst>
        </pc:spChg>
        <pc:spChg chg="add mod">
          <ac:chgData name="Hui Yang" userId="72d5fd8bf877926f" providerId="LiveId" clId="{7479D363-2D5C-4FBE-ABAC-FBAA446AC1E4}" dt="2024-04-26T13:14:08.317" v="8510" actId="1076"/>
          <ac:spMkLst>
            <pc:docMk/>
            <pc:sldMk cId="1052702445" sldId="257"/>
            <ac:spMk id="22" creationId="{D3ACD6EB-8FF9-7446-4172-1B35C005D599}"/>
          </ac:spMkLst>
        </pc:spChg>
        <pc:spChg chg="add mod">
          <ac:chgData name="Hui Yang" userId="72d5fd8bf877926f" providerId="LiveId" clId="{7479D363-2D5C-4FBE-ABAC-FBAA446AC1E4}" dt="2024-04-26T14:20:34.758" v="8630" actId="1076"/>
          <ac:spMkLst>
            <pc:docMk/>
            <pc:sldMk cId="1052702445" sldId="257"/>
            <ac:spMk id="25" creationId="{44FA81F7-44B4-713B-D6F2-EE1AC32A4A12}"/>
          </ac:spMkLst>
        </pc:spChg>
        <pc:spChg chg="add mod">
          <ac:chgData name="Hui Yang" userId="72d5fd8bf877926f" providerId="LiveId" clId="{7479D363-2D5C-4FBE-ABAC-FBAA446AC1E4}" dt="2024-04-26T14:20:34.758" v="8630" actId="1076"/>
          <ac:spMkLst>
            <pc:docMk/>
            <pc:sldMk cId="1052702445" sldId="257"/>
            <ac:spMk id="26" creationId="{C17C710D-D5B3-2D04-0361-0281F8361BC0}"/>
          </ac:spMkLst>
        </pc:spChg>
        <pc:spChg chg="add mod">
          <ac:chgData name="Hui Yang" userId="72d5fd8bf877926f" providerId="LiveId" clId="{7479D363-2D5C-4FBE-ABAC-FBAA446AC1E4}" dt="2024-04-26T14:20:34.758" v="8630" actId="1076"/>
          <ac:spMkLst>
            <pc:docMk/>
            <pc:sldMk cId="1052702445" sldId="257"/>
            <ac:spMk id="27" creationId="{26B7BA2E-E2B4-30F0-CA05-E21839CA4829}"/>
          </ac:spMkLst>
        </pc:spChg>
        <pc:spChg chg="add mod">
          <ac:chgData name="Hui Yang" userId="72d5fd8bf877926f" providerId="LiveId" clId="{7479D363-2D5C-4FBE-ABAC-FBAA446AC1E4}" dt="2024-04-26T13:14:43.957" v="8518"/>
          <ac:spMkLst>
            <pc:docMk/>
            <pc:sldMk cId="1052702445" sldId="257"/>
            <ac:spMk id="28" creationId="{8188F9FB-6FF7-5F89-FD8D-63B2E65EB0BF}"/>
          </ac:spMkLst>
        </pc:spChg>
        <pc:spChg chg="add mod">
          <ac:chgData name="Hui Yang" userId="72d5fd8bf877926f" providerId="LiveId" clId="{7479D363-2D5C-4FBE-ABAC-FBAA446AC1E4}" dt="2024-04-26T13:14:43.957" v="8518"/>
          <ac:spMkLst>
            <pc:docMk/>
            <pc:sldMk cId="1052702445" sldId="257"/>
            <ac:spMk id="29" creationId="{57E109A2-9DC0-9629-37E4-41A381B66BDE}"/>
          </ac:spMkLst>
        </pc:spChg>
        <pc:spChg chg="add mod">
          <ac:chgData name="Hui Yang" userId="72d5fd8bf877926f" providerId="LiveId" clId="{7479D363-2D5C-4FBE-ABAC-FBAA446AC1E4}" dt="2024-04-26T13:14:43.957" v="8518"/>
          <ac:spMkLst>
            <pc:docMk/>
            <pc:sldMk cId="1052702445" sldId="257"/>
            <ac:spMk id="30" creationId="{C5C5ECFA-C235-A749-0C37-8BCD9EFC51D2}"/>
          </ac:spMkLst>
        </pc:spChg>
        <pc:spChg chg="add mod">
          <ac:chgData name="Hui Yang" userId="72d5fd8bf877926f" providerId="LiveId" clId="{7479D363-2D5C-4FBE-ABAC-FBAA446AC1E4}" dt="2024-04-26T13:14:43.957" v="8518"/>
          <ac:spMkLst>
            <pc:docMk/>
            <pc:sldMk cId="1052702445" sldId="257"/>
            <ac:spMk id="33" creationId="{6EECE0E5-D297-A7FB-DF46-CE5454FA8A56}"/>
          </ac:spMkLst>
        </pc:spChg>
        <pc:spChg chg="add mod">
          <ac:chgData name="Hui Yang" userId="72d5fd8bf877926f" providerId="LiveId" clId="{7479D363-2D5C-4FBE-ABAC-FBAA446AC1E4}" dt="2024-04-26T13:14:43.957" v="8518"/>
          <ac:spMkLst>
            <pc:docMk/>
            <pc:sldMk cId="1052702445" sldId="257"/>
            <ac:spMk id="34" creationId="{CCFB96EE-2BB8-7BA8-B317-B4DEE016865B}"/>
          </ac:spMkLst>
        </pc:spChg>
        <pc:spChg chg="add mod">
          <ac:chgData name="Hui Yang" userId="72d5fd8bf877926f" providerId="LiveId" clId="{7479D363-2D5C-4FBE-ABAC-FBAA446AC1E4}" dt="2024-04-26T13:14:43.957" v="8518"/>
          <ac:spMkLst>
            <pc:docMk/>
            <pc:sldMk cId="1052702445" sldId="257"/>
            <ac:spMk id="35" creationId="{3091828A-C0F9-5E4E-641A-484D0CC716B8}"/>
          </ac:spMkLst>
        </pc:spChg>
        <pc:spChg chg="add mod">
          <ac:chgData name="Hui Yang" userId="72d5fd8bf877926f" providerId="LiveId" clId="{7479D363-2D5C-4FBE-ABAC-FBAA446AC1E4}" dt="2024-04-26T14:22:45.575" v="8652" actId="688"/>
          <ac:spMkLst>
            <pc:docMk/>
            <pc:sldMk cId="1052702445" sldId="257"/>
            <ac:spMk id="37" creationId="{5CD08297-F80D-E283-6AB4-64AA8E7AC384}"/>
          </ac:spMkLst>
        </pc:spChg>
        <pc:spChg chg="add mod">
          <ac:chgData name="Hui Yang" userId="72d5fd8bf877926f" providerId="LiveId" clId="{7479D363-2D5C-4FBE-ABAC-FBAA446AC1E4}" dt="2024-04-26T14:22:45.575" v="8652" actId="688"/>
          <ac:spMkLst>
            <pc:docMk/>
            <pc:sldMk cId="1052702445" sldId="257"/>
            <ac:spMk id="38" creationId="{2B8D2F15-723F-E2A4-BEDF-19D2D8014013}"/>
          </ac:spMkLst>
        </pc:spChg>
        <pc:spChg chg="add mod">
          <ac:chgData name="Hui Yang" userId="72d5fd8bf877926f" providerId="LiveId" clId="{7479D363-2D5C-4FBE-ABAC-FBAA446AC1E4}" dt="2024-04-26T14:22:45.575" v="8652" actId="688"/>
          <ac:spMkLst>
            <pc:docMk/>
            <pc:sldMk cId="1052702445" sldId="257"/>
            <ac:spMk id="39" creationId="{F73D97C4-68B4-3FD6-F082-AD6AE665254C}"/>
          </ac:spMkLst>
        </pc:spChg>
        <pc:spChg chg="add mod">
          <ac:chgData name="Hui Yang" userId="72d5fd8bf877926f" providerId="LiveId" clId="{7479D363-2D5C-4FBE-ABAC-FBAA446AC1E4}" dt="2024-04-26T13:15:24.954" v="8530" actId="688"/>
          <ac:spMkLst>
            <pc:docMk/>
            <pc:sldMk cId="1052702445" sldId="257"/>
            <ac:spMk id="40" creationId="{5F2D38A0-B7E6-218E-2813-89B4EDBBDC4F}"/>
          </ac:spMkLst>
        </pc:spChg>
        <pc:spChg chg="add mod">
          <ac:chgData name="Hui Yang" userId="72d5fd8bf877926f" providerId="LiveId" clId="{7479D363-2D5C-4FBE-ABAC-FBAA446AC1E4}" dt="2024-04-26T13:15:24.954" v="8530" actId="688"/>
          <ac:spMkLst>
            <pc:docMk/>
            <pc:sldMk cId="1052702445" sldId="257"/>
            <ac:spMk id="41" creationId="{47EDD9B1-EEA9-BD54-3CEC-B151BFED676A}"/>
          </ac:spMkLst>
        </pc:spChg>
        <pc:spChg chg="add mod">
          <ac:chgData name="Hui Yang" userId="72d5fd8bf877926f" providerId="LiveId" clId="{7479D363-2D5C-4FBE-ABAC-FBAA446AC1E4}" dt="2024-04-26T13:15:24.954" v="8530" actId="688"/>
          <ac:spMkLst>
            <pc:docMk/>
            <pc:sldMk cId="1052702445" sldId="257"/>
            <ac:spMk id="42" creationId="{B821E006-5E84-6E6A-EE8E-1E619BEFD7B3}"/>
          </ac:spMkLst>
        </pc:spChg>
        <pc:spChg chg="add mod">
          <ac:chgData name="Hui Yang" userId="72d5fd8bf877926f" providerId="LiveId" clId="{7479D363-2D5C-4FBE-ABAC-FBAA446AC1E4}" dt="2024-04-26T14:06:44.003" v="8546" actId="767"/>
          <ac:spMkLst>
            <pc:docMk/>
            <pc:sldMk cId="1052702445" sldId="257"/>
            <ac:spMk id="44" creationId="{7D9AC0DD-CF5F-7576-B163-9688840938A0}"/>
          </ac:spMkLst>
        </pc:spChg>
        <pc:spChg chg="add del mod">
          <ac:chgData name="Hui Yang" userId="72d5fd8bf877926f" providerId="LiveId" clId="{7479D363-2D5C-4FBE-ABAC-FBAA446AC1E4}" dt="2024-04-26T14:07:12.884" v="8554" actId="478"/>
          <ac:spMkLst>
            <pc:docMk/>
            <pc:sldMk cId="1052702445" sldId="257"/>
            <ac:spMk id="45" creationId="{E5B19526-A321-9142-CB77-723D468B55E1}"/>
          </ac:spMkLst>
        </pc:spChg>
        <pc:spChg chg="add mod">
          <ac:chgData name="Hui Yang" userId="72d5fd8bf877926f" providerId="LiveId" clId="{7479D363-2D5C-4FBE-ABAC-FBAA446AC1E4}" dt="2024-05-07T12:08:37.280" v="28374" actId="21"/>
          <ac:spMkLst>
            <pc:docMk/>
            <pc:sldMk cId="1052702445" sldId="257"/>
            <ac:spMk id="46" creationId="{29955430-80C9-41FB-1151-810D079E8E47}"/>
          </ac:spMkLst>
        </pc:spChg>
        <pc:spChg chg="add mod">
          <ac:chgData name="Hui Yang" userId="72d5fd8bf877926f" providerId="LiveId" clId="{7479D363-2D5C-4FBE-ABAC-FBAA446AC1E4}" dt="2024-04-26T14:22:55.804" v="8656" actId="688"/>
          <ac:spMkLst>
            <pc:docMk/>
            <pc:sldMk cId="1052702445" sldId="257"/>
            <ac:spMk id="56" creationId="{98C35D69-386F-9F28-C2AA-12C5881A8EFA}"/>
          </ac:spMkLst>
        </pc:spChg>
        <pc:spChg chg="add mod">
          <ac:chgData name="Hui Yang" userId="72d5fd8bf877926f" providerId="LiveId" clId="{7479D363-2D5C-4FBE-ABAC-FBAA446AC1E4}" dt="2024-04-26T14:22:55.804" v="8656" actId="688"/>
          <ac:spMkLst>
            <pc:docMk/>
            <pc:sldMk cId="1052702445" sldId="257"/>
            <ac:spMk id="57" creationId="{42B6847D-1E14-076F-2C1D-494688AB5BDB}"/>
          </ac:spMkLst>
        </pc:spChg>
        <pc:spChg chg="add mod">
          <ac:chgData name="Hui Yang" userId="72d5fd8bf877926f" providerId="LiveId" clId="{7479D363-2D5C-4FBE-ABAC-FBAA446AC1E4}" dt="2024-04-26T14:22:55.804" v="8656" actId="688"/>
          <ac:spMkLst>
            <pc:docMk/>
            <pc:sldMk cId="1052702445" sldId="257"/>
            <ac:spMk id="58" creationId="{242BA0C7-BCAA-5A8E-4EDE-65BB3D21C845}"/>
          </ac:spMkLst>
        </pc:spChg>
        <pc:spChg chg="add mod">
          <ac:chgData name="Hui Yang" userId="72d5fd8bf877926f" providerId="LiveId" clId="{7479D363-2D5C-4FBE-ABAC-FBAA446AC1E4}" dt="2024-04-26T14:23:06.821" v="8660" actId="1076"/>
          <ac:spMkLst>
            <pc:docMk/>
            <pc:sldMk cId="1052702445" sldId="257"/>
            <ac:spMk id="59" creationId="{13F54D21-B434-A5B3-2094-DCE05AA75CB3}"/>
          </ac:spMkLst>
        </pc:spChg>
        <pc:spChg chg="add mod">
          <ac:chgData name="Hui Yang" userId="72d5fd8bf877926f" providerId="LiveId" clId="{7479D363-2D5C-4FBE-ABAC-FBAA446AC1E4}" dt="2024-04-26T14:23:06.821" v="8660" actId="1076"/>
          <ac:spMkLst>
            <pc:docMk/>
            <pc:sldMk cId="1052702445" sldId="257"/>
            <ac:spMk id="60" creationId="{BC0FE14D-4765-38E1-A874-7028ECFDB182}"/>
          </ac:spMkLst>
        </pc:spChg>
        <pc:spChg chg="add mod">
          <ac:chgData name="Hui Yang" userId="72d5fd8bf877926f" providerId="LiveId" clId="{7479D363-2D5C-4FBE-ABAC-FBAA446AC1E4}" dt="2024-04-26T14:23:06.821" v="8660" actId="1076"/>
          <ac:spMkLst>
            <pc:docMk/>
            <pc:sldMk cId="1052702445" sldId="257"/>
            <ac:spMk id="61" creationId="{6723D98B-5A7C-8534-620C-EAB9E96BA1D2}"/>
          </ac:spMkLst>
        </pc:spChg>
        <pc:grpChg chg="add mod">
          <ac:chgData name="Hui Yang" userId="72d5fd8bf877926f" providerId="LiveId" clId="{7479D363-2D5C-4FBE-ABAC-FBAA446AC1E4}" dt="2024-04-26T13:03:34.096" v="8494" actId="164"/>
          <ac:grpSpMkLst>
            <pc:docMk/>
            <pc:sldMk cId="1052702445" sldId="257"/>
            <ac:grpSpMk id="9" creationId="{6AA60D42-294F-3883-684A-B1EBBBBFAC00}"/>
          </ac:grpSpMkLst>
        </pc:grpChg>
        <pc:picChg chg="add del mod ord">
          <ac:chgData name="Hui Yang" userId="72d5fd8bf877926f" providerId="LiveId" clId="{7479D363-2D5C-4FBE-ABAC-FBAA446AC1E4}" dt="2024-04-26T13:00:28.904" v="8475" actId="1076"/>
          <ac:picMkLst>
            <pc:docMk/>
            <pc:sldMk cId="1052702445" sldId="257"/>
            <ac:picMk id="4" creationId="{1B2294DC-7258-EEA6-F959-5977B16EB627}"/>
          </ac:picMkLst>
        </pc:picChg>
        <pc:picChg chg="add mod">
          <ac:chgData name="Hui Yang" userId="72d5fd8bf877926f" providerId="LiveId" clId="{7479D363-2D5C-4FBE-ABAC-FBAA446AC1E4}" dt="2024-04-26T14:00:56.739" v="8533"/>
          <ac:picMkLst>
            <pc:docMk/>
            <pc:sldMk cId="1052702445" sldId="257"/>
            <ac:picMk id="8" creationId="{E424790A-6C13-DA09-198E-80128EEE536E}"/>
          </ac:picMkLst>
        </pc:picChg>
        <pc:picChg chg="add del mod">
          <ac:chgData name="Hui Yang" userId="72d5fd8bf877926f" providerId="LiveId" clId="{7479D363-2D5C-4FBE-ABAC-FBAA446AC1E4}" dt="2024-04-26T14:19:58.566" v="8628" actId="478"/>
          <ac:picMkLst>
            <pc:docMk/>
            <pc:sldMk cId="1052702445" sldId="257"/>
            <ac:picMk id="9" creationId="{AB49FBBB-9991-82ED-BEDE-E095DCAAD666}"/>
          </ac:picMkLst>
        </pc:picChg>
        <pc:picChg chg="add del mod">
          <ac:chgData name="Hui Yang" userId="72d5fd8bf877926f" providerId="LiveId" clId="{7479D363-2D5C-4FBE-ABAC-FBAA446AC1E4}" dt="2024-04-26T14:20:47.308" v="8633" actId="478"/>
          <ac:picMkLst>
            <pc:docMk/>
            <pc:sldMk cId="1052702445" sldId="257"/>
            <ac:picMk id="13" creationId="{5D322B66-DB77-BE1F-2B2B-EC70D9B7E6E3}"/>
          </ac:picMkLst>
        </pc:picChg>
        <pc:picChg chg="add del mod">
          <ac:chgData name="Hui Yang" userId="72d5fd8bf877926f" providerId="LiveId" clId="{7479D363-2D5C-4FBE-ABAC-FBAA446AC1E4}" dt="2024-04-26T14:20:47.308" v="8633" actId="478"/>
          <ac:picMkLst>
            <pc:docMk/>
            <pc:sldMk cId="1052702445" sldId="257"/>
            <ac:picMk id="23" creationId="{725433EA-7092-8807-5972-064AA6610984}"/>
          </ac:picMkLst>
        </pc:picChg>
        <pc:picChg chg="add mod">
          <ac:chgData name="Hui Yang" userId="72d5fd8bf877926f" providerId="LiveId" clId="{7479D363-2D5C-4FBE-ABAC-FBAA446AC1E4}" dt="2024-04-26T14:00:56.739" v="8533"/>
          <ac:picMkLst>
            <pc:docMk/>
            <pc:sldMk cId="1052702445" sldId="257"/>
            <ac:picMk id="24" creationId="{2C8C75A4-01C0-D688-9BC2-7BA30300AA9F}"/>
          </ac:picMkLst>
        </pc:picChg>
        <pc:picChg chg="add mod">
          <ac:chgData name="Hui Yang" userId="72d5fd8bf877926f" providerId="LiveId" clId="{7479D363-2D5C-4FBE-ABAC-FBAA446AC1E4}" dt="2024-04-26T13:14:43.957" v="8518"/>
          <ac:picMkLst>
            <pc:docMk/>
            <pc:sldMk cId="1052702445" sldId="257"/>
            <ac:picMk id="31" creationId="{27DFB747-6CCE-F6C9-B43F-0B974F1A9263}"/>
          </ac:picMkLst>
        </pc:picChg>
        <pc:picChg chg="add mod">
          <ac:chgData name="Hui Yang" userId="72d5fd8bf877926f" providerId="LiveId" clId="{7479D363-2D5C-4FBE-ABAC-FBAA446AC1E4}" dt="2024-04-26T13:14:43.957" v="8518"/>
          <ac:picMkLst>
            <pc:docMk/>
            <pc:sldMk cId="1052702445" sldId="257"/>
            <ac:picMk id="32" creationId="{83F612DD-DEF1-0F75-D9AB-DFC732BC9E74}"/>
          </ac:picMkLst>
        </pc:picChg>
        <pc:picChg chg="add mod">
          <ac:chgData name="Hui Yang" userId="72d5fd8bf877926f" providerId="LiveId" clId="{7479D363-2D5C-4FBE-ABAC-FBAA446AC1E4}" dt="2024-04-26T14:00:56.739" v="8533"/>
          <ac:picMkLst>
            <pc:docMk/>
            <pc:sldMk cId="1052702445" sldId="257"/>
            <ac:picMk id="36" creationId="{9D0AA2D8-010A-8A49-0FF8-B79F4E3EDFDA}"/>
          </ac:picMkLst>
        </pc:picChg>
        <pc:picChg chg="add del mod">
          <ac:chgData name="Hui Yang" userId="72d5fd8bf877926f" providerId="LiveId" clId="{7479D363-2D5C-4FBE-ABAC-FBAA446AC1E4}" dt="2024-04-26T14:20:47.308" v="8633" actId="478"/>
          <ac:picMkLst>
            <pc:docMk/>
            <pc:sldMk cId="1052702445" sldId="257"/>
            <ac:picMk id="43" creationId="{E67CA043-2035-CD34-C41B-E5B451E3156B}"/>
          </ac:picMkLst>
        </pc:picChg>
        <pc:picChg chg="add del mod">
          <ac:chgData name="Hui Yang" userId="72d5fd8bf877926f" providerId="LiveId" clId="{7479D363-2D5C-4FBE-ABAC-FBAA446AC1E4}" dt="2024-04-26T14:18:52.032" v="8608" actId="478"/>
          <ac:picMkLst>
            <pc:docMk/>
            <pc:sldMk cId="1052702445" sldId="257"/>
            <ac:picMk id="47" creationId="{CB6B4EB4-B714-54ED-4BB7-BFBF43195BA6}"/>
          </ac:picMkLst>
        </pc:picChg>
        <pc:picChg chg="add del mod">
          <ac:chgData name="Hui Yang" userId="72d5fd8bf877926f" providerId="LiveId" clId="{7479D363-2D5C-4FBE-ABAC-FBAA446AC1E4}" dt="2024-04-26T14:19:35.107" v="8622" actId="478"/>
          <ac:picMkLst>
            <pc:docMk/>
            <pc:sldMk cId="1052702445" sldId="257"/>
            <ac:picMk id="48" creationId="{5D021782-38A1-B0C4-4AB2-5D8BF7054003}"/>
          </ac:picMkLst>
        </pc:picChg>
        <pc:picChg chg="add del mod">
          <ac:chgData name="Hui Yang" userId="72d5fd8bf877926f" providerId="LiveId" clId="{7479D363-2D5C-4FBE-ABAC-FBAA446AC1E4}" dt="2024-04-26T14:19:56.355" v="8627" actId="478"/>
          <ac:picMkLst>
            <pc:docMk/>
            <pc:sldMk cId="1052702445" sldId="257"/>
            <ac:picMk id="49" creationId="{BB1AF06F-449A-BFC8-CB35-08D8AA189B7E}"/>
          </ac:picMkLst>
        </pc:picChg>
        <pc:picChg chg="add del mod">
          <ac:chgData name="Hui Yang" userId="72d5fd8bf877926f" providerId="LiveId" clId="{7479D363-2D5C-4FBE-ABAC-FBAA446AC1E4}" dt="2024-04-26T14:20:47.308" v="8633" actId="478"/>
          <ac:picMkLst>
            <pc:docMk/>
            <pc:sldMk cId="1052702445" sldId="257"/>
            <ac:picMk id="50" creationId="{8D6D10F7-2A54-32D5-E13D-54EF8C51E98B}"/>
          </ac:picMkLst>
        </pc:picChg>
        <pc:picChg chg="add mod">
          <ac:chgData name="Hui Yang" userId="72d5fd8bf877926f" providerId="LiveId" clId="{7479D363-2D5C-4FBE-ABAC-FBAA446AC1E4}" dt="2024-04-26T14:22:39.758" v="8650" actId="1076"/>
          <ac:picMkLst>
            <pc:docMk/>
            <pc:sldMk cId="1052702445" sldId="257"/>
            <ac:picMk id="52" creationId="{BC80751A-DCE2-9331-0754-9233C3EEB0CE}"/>
          </ac:picMkLst>
        </pc:picChg>
        <pc:picChg chg="add mod">
          <ac:chgData name="Hui Yang" userId="72d5fd8bf877926f" providerId="LiveId" clId="{7479D363-2D5C-4FBE-ABAC-FBAA446AC1E4}" dt="2024-04-26T14:22:22.713" v="8649"/>
          <ac:picMkLst>
            <pc:docMk/>
            <pc:sldMk cId="1052702445" sldId="257"/>
            <ac:picMk id="53" creationId="{76C7D0D4-7AB5-6397-A571-9813F663CF7B}"/>
          </ac:picMkLst>
        </pc:picChg>
        <pc:picChg chg="add mod">
          <ac:chgData name="Hui Yang" userId="72d5fd8bf877926f" providerId="LiveId" clId="{7479D363-2D5C-4FBE-ABAC-FBAA446AC1E4}" dt="2024-04-26T14:22:22.713" v="8649"/>
          <ac:picMkLst>
            <pc:docMk/>
            <pc:sldMk cId="1052702445" sldId="257"/>
            <ac:picMk id="54" creationId="{AD45A051-69EB-0AD9-56A2-C8B3CA53772C}"/>
          </ac:picMkLst>
        </pc:picChg>
        <pc:picChg chg="add mod">
          <ac:chgData name="Hui Yang" userId="72d5fd8bf877926f" providerId="LiveId" clId="{7479D363-2D5C-4FBE-ABAC-FBAA446AC1E4}" dt="2024-04-26T14:22:22.713" v="8649"/>
          <ac:picMkLst>
            <pc:docMk/>
            <pc:sldMk cId="1052702445" sldId="257"/>
            <ac:picMk id="55" creationId="{F43877DD-4505-F3BE-D6BA-FDD1DF625D22}"/>
          </ac:picMkLst>
        </pc:picChg>
        <pc:picChg chg="add mod">
          <ac:chgData name="Hui Yang" userId="72d5fd8bf877926f" providerId="LiveId" clId="{7479D363-2D5C-4FBE-ABAC-FBAA446AC1E4}" dt="2024-04-26T14:23:01.335" v="8658" actId="1076"/>
          <ac:picMkLst>
            <pc:docMk/>
            <pc:sldMk cId="1052702445" sldId="257"/>
            <ac:picMk id="62" creationId="{C9A590EC-62EB-D91A-0CE0-6D677C52986F}"/>
          </ac:picMkLst>
        </pc:picChg>
        <pc:picChg chg="add mod">
          <ac:chgData name="Hui Yang" userId="72d5fd8bf877926f" providerId="LiveId" clId="{7479D363-2D5C-4FBE-ABAC-FBAA446AC1E4}" dt="2024-04-26T13:00:11.025" v="8471" actId="732"/>
          <ac:picMkLst>
            <pc:docMk/>
            <pc:sldMk cId="1052702445" sldId="257"/>
            <ac:picMk id="1026" creationId="{547F6960-2B37-3E41-4830-4CC649089A30}"/>
          </ac:picMkLst>
        </pc:picChg>
      </pc:sldChg>
      <pc:sldChg chg="addSp delSp modSp mod modTransition delAnim modAnim modNotesTx">
        <pc:chgData name="Hui Yang" userId="72d5fd8bf877926f" providerId="LiveId" clId="{7479D363-2D5C-4FBE-ABAC-FBAA446AC1E4}" dt="2024-05-07T12:38:19.361" v="28500"/>
        <pc:sldMkLst>
          <pc:docMk/>
          <pc:sldMk cId="2481452969" sldId="258"/>
        </pc:sldMkLst>
        <pc:spChg chg="mod">
          <ac:chgData name="Hui Yang" userId="72d5fd8bf877926f" providerId="LiveId" clId="{7479D363-2D5C-4FBE-ABAC-FBAA446AC1E4}" dt="2024-05-06T02:08:51.121" v="22744" actId="20577"/>
          <ac:spMkLst>
            <pc:docMk/>
            <pc:sldMk cId="2481452969" sldId="258"/>
            <ac:spMk id="2" creationId="{F9F15CE8-FBB8-28F7-BA97-CF6886B8DF3E}"/>
          </ac:spMkLst>
        </pc:spChg>
        <pc:spChg chg="del">
          <ac:chgData name="Hui Yang" userId="72d5fd8bf877926f" providerId="LiveId" clId="{7479D363-2D5C-4FBE-ABAC-FBAA446AC1E4}" dt="2024-04-25T12:23:13.696" v="6493" actId="478"/>
          <ac:spMkLst>
            <pc:docMk/>
            <pc:sldMk cId="2481452969" sldId="258"/>
            <ac:spMk id="3" creationId="{43062C54-3C70-A759-E31D-5191C6F914BD}"/>
          </ac:spMkLst>
        </pc:spChg>
        <pc:spChg chg="add mod">
          <ac:chgData name="Hui Yang" userId="72d5fd8bf877926f" providerId="LiveId" clId="{7479D363-2D5C-4FBE-ABAC-FBAA446AC1E4}" dt="2024-04-29T13:56:17.932" v="22221" actId="1076"/>
          <ac:spMkLst>
            <pc:docMk/>
            <pc:sldMk cId="2481452969" sldId="258"/>
            <ac:spMk id="3" creationId="{64B08313-462B-7D19-60BC-0E425CA4FF6C}"/>
          </ac:spMkLst>
        </pc:spChg>
        <pc:spChg chg="add mod">
          <ac:chgData name="Hui Yang" userId="72d5fd8bf877926f" providerId="LiveId" clId="{7479D363-2D5C-4FBE-ABAC-FBAA446AC1E4}" dt="2024-04-25T13:32:47.619" v="6844" actId="164"/>
          <ac:spMkLst>
            <pc:docMk/>
            <pc:sldMk cId="2481452969" sldId="258"/>
            <ac:spMk id="5" creationId="{1CFDD87B-2930-03F9-829C-DC1A41B46E36}"/>
          </ac:spMkLst>
        </pc:spChg>
        <pc:spChg chg="mod topLvl">
          <ac:chgData name="Hui Yang" userId="72d5fd8bf877926f" providerId="LiveId" clId="{7479D363-2D5C-4FBE-ABAC-FBAA446AC1E4}" dt="2024-05-06T02:01:18.750" v="22725" actId="14100"/>
          <ac:spMkLst>
            <pc:docMk/>
            <pc:sldMk cId="2481452969" sldId="258"/>
            <ac:spMk id="8" creationId="{C9BA691C-974F-9DC5-6B5D-11A854D20972}"/>
          </ac:spMkLst>
        </pc:spChg>
        <pc:spChg chg="del mod topLvl">
          <ac:chgData name="Hui Yang" userId="72d5fd8bf877926f" providerId="LiveId" clId="{7479D363-2D5C-4FBE-ABAC-FBAA446AC1E4}" dt="2024-04-25T13:36:06.705" v="6899" actId="478"/>
          <ac:spMkLst>
            <pc:docMk/>
            <pc:sldMk cId="2481452969" sldId="258"/>
            <ac:spMk id="9" creationId="{17154A25-7182-F65C-3EC6-5F8849A090DF}"/>
          </ac:spMkLst>
        </pc:spChg>
        <pc:spChg chg="add del">
          <ac:chgData name="Hui Yang" userId="72d5fd8bf877926f" providerId="LiveId" clId="{7479D363-2D5C-4FBE-ABAC-FBAA446AC1E4}" dt="2024-04-25T13:36:04.981" v="6898" actId="22"/>
          <ac:spMkLst>
            <pc:docMk/>
            <pc:sldMk cId="2481452969" sldId="258"/>
            <ac:spMk id="11" creationId="{7C83A126-680D-4290-24DC-1B5E719568DD}"/>
          </ac:spMkLst>
        </pc:spChg>
        <pc:spChg chg="add mod">
          <ac:chgData name="Hui Yang" userId="72d5fd8bf877926f" providerId="LiveId" clId="{7479D363-2D5C-4FBE-ABAC-FBAA446AC1E4}" dt="2024-05-06T02:08:37.613" v="22736" actId="20577"/>
          <ac:spMkLst>
            <pc:docMk/>
            <pc:sldMk cId="2481452969" sldId="258"/>
            <ac:spMk id="13" creationId="{D6EB9916-A831-8732-4439-30AE71E868C2}"/>
          </ac:spMkLst>
        </pc:spChg>
        <pc:spChg chg="add mod ord">
          <ac:chgData name="Hui Yang" userId="72d5fd8bf877926f" providerId="LiveId" clId="{7479D363-2D5C-4FBE-ABAC-FBAA446AC1E4}" dt="2024-05-07T11:59:09.779" v="28018" actId="1076"/>
          <ac:spMkLst>
            <pc:docMk/>
            <pc:sldMk cId="2481452969" sldId="258"/>
            <ac:spMk id="35" creationId="{3F93B781-9CE4-9A34-0B93-EC2AA8E0762A}"/>
          </ac:spMkLst>
        </pc:spChg>
        <pc:spChg chg="add mod ord">
          <ac:chgData name="Hui Yang" userId="72d5fd8bf877926f" providerId="LiveId" clId="{7479D363-2D5C-4FBE-ABAC-FBAA446AC1E4}" dt="2024-04-25T13:34:29.667" v="6860" actId="1076"/>
          <ac:spMkLst>
            <pc:docMk/>
            <pc:sldMk cId="2481452969" sldId="258"/>
            <ac:spMk id="36" creationId="{92DB5919-E449-2F4E-49D6-5666EDF9DFF7}"/>
          </ac:spMkLst>
        </pc:spChg>
        <pc:spChg chg="add mod ord">
          <ac:chgData name="Hui Yang" userId="72d5fd8bf877926f" providerId="LiveId" clId="{7479D363-2D5C-4FBE-ABAC-FBAA446AC1E4}" dt="2024-04-25T13:34:29.667" v="6860" actId="1076"/>
          <ac:spMkLst>
            <pc:docMk/>
            <pc:sldMk cId="2481452969" sldId="258"/>
            <ac:spMk id="37" creationId="{CC208009-2D1B-461C-B757-ACBD76ACA353}"/>
          </ac:spMkLst>
        </pc:spChg>
        <pc:spChg chg="add mod ord">
          <ac:chgData name="Hui Yang" userId="72d5fd8bf877926f" providerId="LiveId" clId="{7479D363-2D5C-4FBE-ABAC-FBAA446AC1E4}" dt="2024-04-29T13:56:17.932" v="22221" actId="1076"/>
          <ac:spMkLst>
            <pc:docMk/>
            <pc:sldMk cId="2481452969" sldId="258"/>
            <ac:spMk id="38" creationId="{F9599822-6216-8CCD-D3E9-4189655B1577}"/>
          </ac:spMkLst>
        </pc:spChg>
        <pc:spChg chg="add mod ord">
          <ac:chgData name="Hui Yang" userId="72d5fd8bf877926f" providerId="LiveId" clId="{7479D363-2D5C-4FBE-ABAC-FBAA446AC1E4}" dt="2024-04-25T13:34:29.667" v="6860" actId="1076"/>
          <ac:spMkLst>
            <pc:docMk/>
            <pc:sldMk cId="2481452969" sldId="258"/>
            <ac:spMk id="43" creationId="{D56BDF02-A697-C22C-F41F-9AECDF57B262}"/>
          </ac:spMkLst>
        </pc:spChg>
        <pc:spChg chg="add mod ord">
          <ac:chgData name="Hui Yang" userId="72d5fd8bf877926f" providerId="LiveId" clId="{7479D363-2D5C-4FBE-ABAC-FBAA446AC1E4}" dt="2024-04-25T13:34:29.667" v="6860" actId="1076"/>
          <ac:spMkLst>
            <pc:docMk/>
            <pc:sldMk cId="2481452969" sldId="258"/>
            <ac:spMk id="44" creationId="{810B2EDE-01A2-CE7F-3944-358AF2B2DBC4}"/>
          </ac:spMkLst>
        </pc:spChg>
        <pc:spChg chg="add del mod">
          <ac:chgData name="Hui Yang" userId="72d5fd8bf877926f" providerId="LiveId" clId="{7479D363-2D5C-4FBE-ABAC-FBAA446AC1E4}" dt="2024-04-25T13:30:23.993" v="6817" actId="478"/>
          <ac:spMkLst>
            <pc:docMk/>
            <pc:sldMk cId="2481452969" sldId="258"/>
            <ac:spMk id="49" creationId="{A9D420BE-73BD-4EBC-CA57-D7618602674D}"/>
          </ac:spMkLst>
        </pc:spChg>
        <pc:spChg chg="add del mod">
          <ac:chgData name="Hui Yang" userId="72d5fd8bf877926f" providerId="LiveId" clId="{7479D363-2D5C-4FBE-ABAC-FBAA446AC1E4}" dt="2024-04-29T13:56:12.395" v="22219" actId="478"/>
          <ac:spMkLst>
            <pc:docMk/>
            <pc:sldMk cId="2481452969" sldId="258"/>
            <ac:spMk id="50" creationId="{F8DAB466-740A-1765-137C-20DD2F26228F}"/>
          </ac:spMkLst>
        </pc:spChg>
        <pc:spChg chg="add del mod">
          <ac:chgData name="Hui Yang" userId="72d5fd8bf877926f" providerId="LiveId" clId="{7479D363-2D5C-4FBE-ABAC-FBAA446AC1E4}" dt="2024-04-29T13:56:13.252" v="22220" actId="478"/>
          <ac:spMkLst>
            <pc:docMk/>
            <pc:sldMk cId="2481452969" sldId="258"/>
            <ac:spMk id="51" creationId="{D46C9FB9-6423-FF6A-827F-8CD2B3487659}"/>
          </ac:spMkLst>
        </pc:spChg>
        <pc:grpChg chg="add mod">
          <ac:chgData name="Hui Yang" userId="72d5fd8bf877926f" providerId="LiveId" clId="{7479D363-2D5C-4FBE-ABAC-FBAA446AC1E4}" dt="2024-04-29T13:56:17.932" v="22221" actId="1076"/>
          <ac:grpSpMkLst>
            <pc:docMk/>
            <pc:sldMk cId="2481452969" sldId="258"/>
            <ac:grpSpMk id="6" creationId="{38A79C9E-6D9A-E080-1095-17553786ECFC}"/>
          </ac:grpSpMkLst>
        </pc:grpChg>
        <pc:grpChg chg="add del mod">
          <ac:chgData name="Hui Yang" userId="72d5fd8bf877926f" providerId="LiveId" clId="{7479D363-2D5C-4FBE-ABAC-FBAA446AC1E4}" dt="2024-04-25T13:36:06.705" v="6899" actId="478"/>
          <ac:grpSpMkLst>
            <pc:docMk/>
            <pc:sldMk cId="2481452969" sldId="258"/>
            <ac:grpSpMk id="7" creationId="{DC94FF27-6E7D-AB10-429C-4A4EFF02C7A2}"/>
          </ac:grpSpMkLst>
        </pc:grpChg>
        <pc:picChg chg="add del mod">
          <ac:chgData name="Hui Yang" userId="72d5fd8bf877926f" providerId="LiveId" clId="{7479D363-2D5C-4FBE-ABAC-FBAA446AC1E4}" dt="2024-04-25T12:32:37.587" v="6547" actId="478"/>
          <ac:picMkLst>
            <pc:docMk/>
            <pc:sldMk cId="2481452969" sldId="258"/>
            <ac:picMk id="6" creationId="{EA73CD5F-0695-A033-82CE-BB59D21DD02D}"/>
          </ac:picMkLst>
        </pc:picChg>
        <pc:picChg chg="add del mod">
          <ac:chgData name="Hui Yang" userId="72d5fd8bf877926f" providerId="LiveId" clId="{7479D363-2D5C-4FBE-ABAC-FBAA446AC1E4}" dt="2024-04-25T12:32:37.587" v="6547" actId="478"/>
          <ac:picMkLst>
            <pc:docMk/>
            <pc:sldMk cId="2481452969" sldId="258"/>
            <ac:picMk id="8" creationId="{9FD9F018-1E74-1BE7-4098-B7F21A391E12}"/>
          </ac:picMkLst>
        </pc:picChg>
        <pc:picChg chg="add del mod">
          <ac:chgData name="Hui Yang" userId="72d5fd8bf877926f" providerId="LiveId" clId="{7479D363-2D5C-4FBE-ABAC-FBAA446AC1E4}" dt="2024-04-25T12:32:37.587" v="6547" actId="478"/>
          <ac:picMkLst>
            <pc:docMk/>
            <pc:sldMk cId="2481452969" sldId="258"/>
            <ac:picMk id="10" creationId="{4A81AA46-331E-68DE-2435-15FDAE75C42D}"/>
          </ac:picMkLst>
        </pc:picChg>
        <pc:picChg chg="add del mod">
          <ac:chgData name="Hui Yang" userId="72d5fd8bf877926f" providerId="LiveId" clId="{7479D363-2D5C-4FBE-ABAC-FBAA446AC1E4}" dt="2024-04-25T12:32:37.587" v="6547" actId="478"/>
          <ac:picMkLst>
            <pc:docMk/>
            <pc:sldMk cId="2481452969" sldId="258"/>
            <ac:picMk id="11" creationId="{41E805B1-3582-6236-F0E8-803A33682535}"/>
          </ac:picMkLst>
        </pc:picChg>
        <pc:picChg chg="add del mod">
          <ac:chgData name="Hui Yang" userId="72d5fd8bf877926f" providerId="LiveId" clId="{7479D363-2D5C-4FBE-ABAC-FBAA446AC1E4}" dt="2024-04-25T12:35:08.917" v="6605" actId="478"/>
          <ac:picMkLst>
            <pc:docMk/>
            <pc:sldMk cId="2481452969" sldId="258"/>
            <ac:picMk id="12" creationId="{9025E7B8-75B5-59CA-6A9D-17D254C9165C}"/>
          </ac:picMkLst>
        </pc:picChg>
        <pc:picChg chg="add del mod">
          <ac:chgData name="Hui Yang" userId="72d5fd8bf877926f" providerId="LiveId" clId="{7479D363-2D5C-4FBE-ABAC-FBAA446AC1E4}" dt="2024-04-25T12:35:10.831" v="6606" actId="478"/>
          <ac:picMkLst>
            <pc:docMk/>
            <pc:sldMk cId="2481452969" sldId="258"/>
            <ac:picMk id="14" creationId="{C62C9DB3-6245-0ED0-0085-F572B17EE9E9}"/>
          </ac:picMkLst>
        </pc:picChg>
        <pc:picChg chg="add del mod">
          <ac:chgData name="Hui Yang" userId="72d5fd8bf877926f" providerId="LiveId" clId="{7479D363-2D5C-4FBE-ABAC-FBAA446AC1E4}" dt="2024-04-25T12:35:11.160" v="6607" actId="478"/>
          <ac:picMkLst>
            <pc:docMk/>
            <pc:sldMk cId="2481452969" sldId="258"/>
            <ac:picMk id="16" creationId="{5050A04C-98B2-29BA-F9D2-41244BC00022}"/>
          </ac:picMkLst>
        </pc:picChg>
        <pc:picChg chg="add del mod">
          <ac:chgData name="Hui Yang" userId="72d5fd8bf877926f" providerId="LiveId" clId="{7479D363-2D5C-4FBE-ABAC-FBAA446AC1E4}" dt="2024-04-25T12:35:12.070" v="6609" actId="478"/>
          <ac:picMkLst>
            <pc:docMk/>
            <pc:sldMk cId="2481452969" sldId="258"/>
            <ac:picMk id="18" creationId="{6B890373-3A50-91DF-B72B-41D99C8FEE16}"/>
          </ac:picMkLst>
        </pc:picChg>
        <pc:picChg chg="add del mod">
          <ac:chgData name="Hui Yang" userId="72d5fd8bf877926f" providerId="LiveId" clId="{7479D363-2D5C-4FBE-ABAC-FBAA446AC1E4}" dt="2024-04-25T12:35:11.686" v="6608" actId="478"/>
          <ac:picMkLst>
            <pc:docMk/>
            <pc:sldMk cId="2481452969" sldId="258"/>
            <ac:picMk id="19" creationId="{88769EE4-7DE0-DCBE-104A-8AF72292B14D}"/>
          </ac:picMkLst>
        </pc:picChg>
        <pc:picChg chg="add del mod ord modCrop">
          <ac:chgData name="Hui Yang" userId="72d5fd8bf877926f" providerId="LiveId" clId="{7479D363-2D5C-4FBE-ABAC-FBAA446AC1E4}" dt="2024-04-25T12:35:08.369" v="6604" actId="478"/>
          <ac:picMkLst>
            <pc:docMk/>
            <pc:sldMk cId="2481452969" sldId="258"/>
            <ac:picMk id="20" creationId="{721BA8C6-B120-4D45-EAA7-3BEB1C0B403D}"/>
          </ac:picMkLst>
        </pc:picChg>
        <pc:picChg chg="add del mod">
          <ac:chgData name="Hui Yang" userId="72d5fd8bf877926f" providerId="LiveId" clId="{7479D363-2D5C-4FBE-ABAC-FBAA446AC1E4}" dt="2024-04-25T12:38:43.293" v="6648" actId="478"/>
          <ac:picMkLst>
            <pc:docMk/>
            <pc:sldMk cId="2481452969" sldId="258"/>
            <ac:picMk id="22" creationId="{07796639-1FF3-7A95-8E54-2077728C4AD4}"/>
          </ac:picMkLst>
        </pc:picChg>
        <pc:picChg chg="add del mod">
          <ac:chgData name="Hui Yang" userId="72d5fd8bf877926f" providerId="LiveId" clId="{7479D363-2D5C-4FBE-ABAC-FBAA446AC1E4}" dt="2024-04-25T12:38:43.293" v="6648" actId="478"/>
          <ac:picMkLst>
            <pc:docMk/>
            <pc:sldMk cId="2481452969" sldId="258"/>
            <ac:picMk id="24" creationId="{AFA35AB4-A873-D4BB-5E3F-4E2F26C7A28E}"/>
          </ac:picMkLst>
        </pc:picChg>
        <pc:picChg chg="add del mod">
          <ac:chgData name="Hui Yang" userId="72d5fd8bf877926f" providerId="LiveId" clId="{7479D363-2D5C-4FBE-ABAC-FBAA446AC1E4}" dt="2024-04-25T12:38:43.293" v="6648" actId="478"/>
          <ac:picMkLst>
            <pc:docMk/>
            <pc:sldMk cId="2481452969" sldId="258"/>
            <ac:picMk id="26" creationId="{70AA42C0-BA1C-FDFE-4874-B317D6377D21}"/>
          </ac:picMkLst>
        </pc:picChg>
        <pc:picChg chg="add mod ord">
          <ac:chgData name="Hui Yang" userId="72d5fd8bf877926f" providerId="LiveId" clId="{7479D363-2D5C-4FBE-ABAC-FBAA446AC1E4}" dt="2024-04-29T13:56:17.932" v="22221" actId="1076"/>
          <ac:picMkLst>
            <pc:docMk/>
            <pc:sldMk cId="2481452969" sldId="258"/>
            <ac:picMk id="27" creationId="{739C5CC3-521D-BBD9-ECE2-2A7423DBA63B}"/>
          </ac:picMkLst>
        </pc:picChg>
        <pc:picChg chg="add mod ord modCrop">
          <ac:chgData name="Hui Yang" userId="72d5fd8bf877926f" providerId="LiveId" clId="{7479D363-2D5C-4FBE-ABAC-FBAA446AC1E4}" dt="2024-04-29T13:56:17.932" v="22221" actId="1076"/>
          <ac:picMkLst>
            <pc:docMk/>
            <pc:sldMk cId="2481452969" sldId="258"/>
            <ac:picMk id="28" creationId="{CD649D36-CA7C-2235-569E-4EC07D0EB114}"/>
          </ac:picMkLst>
        </pc:picChg>
        <pc:picChg chg="add mod">
          <ac:chgData name="Hui Yang" userId="72d5fd8bf877926f" providerId="LiveId" clId="{7479D363-2D5C-4FBE-ABAC-FBAA446AC1E4}" dt="2024-04-29T13:56:17.932" v="22221" actId="1076"/>
          <ac:picMkLst>
            <pc:docMk/>
            <pc:sldMk cId="2481452969" sldId="258"/>
            <ac:picMk id="30" creationId="{D3305162-0962-ED6E-001C-7C4EE275A63E}"/>
          </ac:picMkLst>
        </pc:picChg>
        <pc:picChg chg="add mod">
          <ac:chgData name="Hui Yang" userId="72d5fd8bf877926f" providerId="LiveId" clId="{7479D363-2D5C-4FBE-ABAC-FBAA446AC1E4}" dt="2024-04-29T13:56:17.932" v="22221" actId="1076"/>
          <ac:picMkLst>
            <pc:docMk/>
            <pc:sldMk cId="2481452969" sldId="258"/>
            <ac:picMk id="32" creationId="{A387A057-D9E1-D7F4-B1F2-E59586099F55}"/>
          </ac:picMkLst>
        </pc:picChg>
        <pc:picChg chg="add mod">
          <ac:chgData name="Hui Yang" userId="72d5fd8bf877926f" providerId="LiveId" clId="{7479D363-2D5C-4FBE-ABAC-FBAA446AC1E4}" dt="2024-04-29T13:56:17.932" v="22221" actId="1076"/>
          <ac:picMkLst>
            <pc:docMk/>
            <pc:sldMk cId="2481452969" sldId="258"/>
            <ac:picMk id="34" creationId="{C7A5B1E6-1638-F335-497C-E1C5A431E77B}"/>
          </ac:picMkLst>
        </pc:picChg>
        <pc:picChg chg="add mod ord">
          <ac:chgData name="Hui Yang" userId="72d5fd8bf877926f" providerId="LiveId" clId="{7479D363-2D5C-4FBE-ABAC-FBAA446AC1E4}" dt="2024-04-29T13:56:17.932" v="22221" actId="1076"/>
          <ac:picMkLst>
            <pc:docMk/>
            <pc:sldMk cId="2481452969" sldId="258"/>
            <ac:picMk id="39" creationId="{11F8835B-4567-A383-5B6D-3CF066140610}"/>
          </ac:picMkLst>
        </pc:picChg>
        <pc:picChg chg="add mod ord modCrop">
          <ac:chgData name="Hui Yang" userId="72d5fd8bf877926f" providerId="LiveId" clId="{7479D363-2D5C-4FBE-ABAC-FBAA446AC1E4}" dt="2024-04-29T13:56:17.932" v="22221" actId="1076"/>
          <ac:picMkLst>
            <pc:docMk/>
            <pc:sldMk cId="2481452969" sldId="258"/>
            <ac:picMk id="40" creationId="{B9024D8D-2431-2BB3-9628-0C04C6483173}"/>
          </ac:picMkLst>
        </pc:picChg>
        <pc:picChg chg="add mod">
          <ac:chgData name="Hui Yang" userId="72d5fd8bf877926f" providerId="LiveId" clId="{7479D363-2D5C-4FBE-ABAC-FBAA446AC1E4}" dt="2024-04-25T13:32:47.619" v="6844" actId="164"/>
          <ac:picMkLst>
            <pc:docMk/>
            <pc:sldMk cId="2481452969" sldId="258"/>
            <ac:picMk id="41" creationId="{A5220A81-D30B-F8A0-2B05-1CAFFE176F46}"/>
          </ac:picMkLst>
        </pc:picChg>
        <pc:picChg chg="add mod ord">
          <ac:chgData name="Hui Yang" userId="72d5fd8bf877926f" providerId="LiveId" clId="{7479D363-2D5C-4FBE-ABAC-FBAA446AC1E4}" dt="2024-04-29T13:56:17.932" v="22221" actId="1076"/>
          <ac:picMkLst>
            <pc:docMk/>
            <pc:sldMk cId="2481452969" sldId="258"/>
            <ac:picMk id="42" creationId="{367FEC94-007B-AB6D-C373-ABCF0B3602F3}"/>
          </ac:picMkLst>
        </pc:picChg>
        <pc:picChg chg="add mod">
          <ac:chgData name="Hui Yang" userId="72d5fd8bf877926f" providerId="LiveId" clId="{7479D363-2D5C-4FBE-ABAC-FBAA446AC1E4}" dt="2024-04-29T13:56:17.932" v="22221" actId="1076"/>
          <ac:picMkLst>
            <pc:docMk/>
            <pc:sldMk cId="2481452969" sldId="258"/>
            <ac:picMk id="46" creationId="{7A4C2C6E-0502-6796-FB3D-EC26CCDFA592}"/>
          </ac:picMkLst>
        </pc:picChg>
        <pc:picChg chg="add mod">
          <ac:chgData name="Hui Yang" userId="72d5fd8bf877926f" providerId="LiveId" clId="{7479D363-2D5C-4FBE-ABAC-FBAA446AC1E4}" dt="2024-04-29T13:56:17.932" v="22221" actId="1076"/>
          <ac:picMkLst>
            <pc:docMk/>
            <pc:sldMk cId="2481452969" sldId="258"/>
            <ac:picMk id="48" creationId="{F62B9246-0EFB-41CB-B030-0BAA28BC97D8}"/>
          </ac:picMkLst>
        </pc:picChg>
      </pc:sldChg>
      <pc:sldChg chg="addSp delSp modSp mod modTransition delAnim modAnim modNotesTx">
        <pc:chgData name="Hui Yang" userId="72d5fd8bf877926f" providerId="LiveId" clId="{7479D363-2D5C-4FBE-ABAC-FBAA446AC1E4}" dt="2024-05-07T11:22:41.975" v="27331" actId="33524"/>
        <pc:sldMkLst>
          <pc:docMk/>
          <pc:sldMk cId="2063924477" sldId="260"/>
        </pc:sldMkLst>
        <pc:spChg chg="add del mod">
          <ac:chgData name="Hui Yang" userId="72d5fd8bf877926f" providerId="LiveId" clId="{7479D363-2D5C-4FBE-ABAC-FBAA446AC1E4}" dt="2024-04-29T11:14:27.437" v="19731" actId="478"/>
          <ac:spMkLst>
            <pc:docMk/>
            <pc:sldMk cId="2063924477" sldId="260"/>
            <ac:spMk id="3" creationId="{F1D9DCB9-1667-57DE-8568-EEEEB29741E0}"/>
          </ac:spMkLst>
        </pc:spChg>
        <pc:spChg chg="add mod">
          <ac:chgData name="Hui Yang" userId="72d5fd8bf877926f" providerId="LiveId" clId="{7479D363-2D5C-4FBE-ABAC-FBAA446AC1E4}" dt="2024-04-29T11:16:49.543" v="19805" actId="14100"/>
          <ac:spMkLst>
            <pc:docMk/>
            <pc:sldMk cId="2063924477" sldId="260"/>
            <ac:spMk id="5" creationId="{C8C929A8-6D77-9867-F099-251C767854D2}"/>
          </ac:spMkLst>
        </pc:spChg>
        <pc:spChg chg="add mod">
          <ac:chgData name="Hui Yang" userId="72d5fd8bf877926f" providerId="LiveId" clId="{7479D363-2D5C-4FBE-ABAC-FBAA446AC1E4}" dt="2024-04-29T11:27:30.328" v="19847" actId="14100"/>
          <ac:spMkLst>
            <pc:docMk/>
            <pc:sldMk cId="2063924477" sldId="260"/>
            <ac:spMk id="6" creationId="{5E14D9B5-5AE5-A427-DCA1-C5B096D351C8}"/>
          </ac:spMkLst>
        </pc:spChg>
        <pc:spChg chg="add mod">
          <ac:chgData name="Hui Yang" userId="72d5fd8bf877926f" providerId="LiveId" clId="{7479D363-2D5C-4FBE-ABAC-FBAA446AC1E4}" dt="2024-04-29T08:15:02.906" v="19706"/>
          <ac:spMkLst>
            <pc:docMk/>
            <pc:sldMk cId="2063924477" sldId="260"/>
            <ac:spMk id="7" creationId="{17220AF3-FFEF-2E4C-384B-68D533C7B184}"/>
          </ac:spMkLst>
        </pc:spChg>
        <pc:spChg chg="add mod">
          <ac:chgData name="Hui Yang" userId="72d5fd8bf877926f" providerId="LiveId" clId="{7479D363-2D5C-4FBE-ABAC-FBAA446AC1E4}" dt="2024-04-26T05:29:57.621" v="7030"/>
          <ac:spMkLst>
            <pc:docMk/>
            <pc:sldMk cId="2063924477" sldId="260"/>
            <ac:spMk id="7" creationId="{F701A978-C8E3-3C08-A45C-2CF4FA907CF4}"/>
          </ac:spMkLst>
        </pc:spChg>
        <pc:spChg chg="add mod">
          <ac:chgData name="Hui Yang" userId="72d5fd8bf877926f" providerId="LiveId" clId="{7479D363-2D5C-4FBE-ABAC-FBAA446AC1E4}" dt="2024-04-26T05:29:57.621" v="7030"/>
          <ac:spMkLst>
            <pc:docMk/>
            <pc:sldMk cId="2063924477" sldId="260"/>
            <ac:spMk id="8" creationId="{A27ECD3D-1C50-B2EA-C06D-42D238030F07}"/>
          </ac:spMkLst>
        </pc:spChg>
        <pc:spChg chg="add mod">
          <ac:chgData name="Hui Yang" userId="72d5fd8bf877926f" providerId="LiveId" clId="{7479D363-2D5C-4FBE-ABAC-FBAA446AC1E4}" dt="2024-04-29T11:16:51.715" v="19806" actId="14100"/>
          <ac:spMkLst>
            <pc:docMk/>
            <pc:sldMk cId="2063924477" sldId="260"/>
            <ac:spMk id="9" creationId="{6A1A7B00-BAB1-301E-99A2-6747E77AFAD8}"/>
          </ac:spMkLst>
        </pc:spChg>
        <pc:spChg chg="add mod">
          <ac:chgData name="Hui Yang" userId="72d5fd8bf877926f" providerId="LiveId" clId="{7479D363-2D5C-4FBE-ABAC-FBAA446AC1E4}" dt="2024-04-29T11:27:30.328" v="19847" actId="14100"/>
          <ac:spMkLst>
            <pc:docMk/>
            <pc:sldMk cId="2063924477" sldId="260"/>
            <ac:spMk id="10" creationId="{A58018CD-63B7-8C38-04F3-C2AE4EE284AB}"/>
          </ac:spMkLst>
        </pc:spChg>
        <pc:spChg chg="add del mod topLvl">
          <ac:chgData name="Hui Yang" userId="72d5fd8bf877926f" providerId="LiveId" clId="{7479D363-2D5C-4FBE-ABAC-FBAA446AC1E4}" dt="2024-04-25T12:16:24.950" v="6453" actId="478"/>
          <ac:spMkLst>
            <pc:docMk/>
            <pc:sldMk cId="2063924477" sldId="260"/>
            <ac:spMk id="10" creationId="{C1153697-3437-650A-80C4-E9BAD0CF1F6D}"/>
          </ac:spMkLst>
        </pc:spChg>
        <pc:spChg chg="add mod">
          <ac:chgData name="Hui Yang" userId="72d5fd8bf877926f" providerId="LiveId" clId="{7479D363-2D5C-4FBE-ABAC-FBAA446AC1E4}" dt="2024-04-29T08:15:05.653" v="19707"/>
          <ac:spMkLst>
            <pc:docMk/>
            <pc:sldMk cId="2063924477" sldId="260"/>
            <ac:spMk id="11" creationId="{D50A9796-DBA3-3CB3-0F21-1E2435BEEA7C}"/>
          </ac:spMkLst>
        </pc:spChg>
        <pc:spChg chg="add del mod ord">
          <ac:chgData name="Hui Yang" userId="72d5fd8bf877926f" providerId="LiveId" clId="{7479D363-2D5C-4FBE-ABAC-FBAA446AC1E4}" dt="2024-04-29T11:14:38.052" v="19736" actId="478"/>
          <ac:spMkLst>
            <pc:docMk/>
            <pc:sldMk cId="2063924477" sldId="260"/>
            <ac:spMk id="18" creationId="{ADA9BDB8-5A50-C4AC-DFA4-8A8DB5E6238D}"/>
          </ac:spMkLst>
        </pc:spChg>
        <pc:spChg chg="add del mod">
          <ac:chgData name="Hui Yang" userId="72d5fd8bf877926f" providerId="LiveId" clId="{7479D363-2D5C-4FBE-ABAC-FBAA446AC1E4}" dt="2024-04-29T11:14:38.052" v="19736" actId="478"/>
          <ac:spMkLst>
            <pc:docMk/>
            <pc:sldMk cId="2063924477" sldId="260"/>
            <ac:spMk id="19" creationId="{5589DE8E-B00A-699B-FB40-E25A1D43E668}"/>
          </ac:spMkLst>
        </pc:spChg>
        <pc:spChg chg="add del mod ord">
          <ac:chgData name="Hui Yang" userId="72d5fd8bf877926f" providerId="LiveId" clId="{7479D363-2D5C-4FBE-ABAC-FBAA446AC1E4}" dt="2024-04-25T12:21:17.487" v="6491" actId="478"/>
          <ac:spMkLst>
            <pc:docMk/>
            <pc:sldMk cId="2063924477" sldId="260"/>
            <ac:spMk id="21" creationId="{AC9E47B4-73F8-80A3-392A-C5AC5CF2F804}"/>
          </ac:spMkLst>
        </pc:spChg>
        <pc:spChg chg="add del mod">
          <ac:chgData name="Hui Yang" userId="72d5fd8bf877926f" providerId="LiveId" clId="{7479D363-2D5C-4FBE-ABAC-FBAA446AC1E4}" dt="2024-04-29T11:14:38.052" v="19736" actId="478"/>
          <ac:spMkLst>
            <pc:docMk/>
            <pc:sldMk cId="2063924477" sldId="260"/>
            <ac:spMk id="21" creationId="{DA4A4EB9-1A05-55B6-3A1B-60FD4489E231}"/>
          </ac:spMkLst>
        </pc:spChg>
        <pc:spChg chg="add del mod">
          <ac:chgData name="Hui Yang" userId="72d5fd8bf877926f" providerId="LiveId" clId="{7479D363-2D5C-4FBE-ABAC-FBAA446AC1E4}" dt="2024-04-29T11:14:38.052" v="19736" actId="478"/>
          <ac:spMkLst>
            <pc:docMk/>
            <pc:sldMk cId="2063924477" sldId="260"/>
            <ac:spMk id="22" creationId="{481B90C4-7DDC-FE27-21EF-8E0D3CE3596A}"/>
          </ac:spMkLst>
        </pc:spChg>
        <pc:spChg chg="add del mod">
          <ac:chgData name="Hui Yang" userId="72d5fd8bf877926f" providerId="LiveId" clId="{7479D363-2D5C-4FBE-ABAC-FBAA446AC1E4}" dt="2024-04-25T12:21:15.770" v="6490" actId="478"/>
          <ac:spMkLst>
            <pc:docMk/>
            <pc:sldMk cId="2063924477" sldId="260"/>
            <ac:spMk id="22" creationId="{6F1877B8-C006-E96C-416D-32B770354B2F}"/>
          </ac:spMkLst>
        </pc:spChg>
        <pc:spChg chg="add del mod">
          <ac:chgData name="Hui Yang" userId="72d5fd8bf877926f" providerId="LiveId" clId="{7479D363-2D5C-4FBE-ABAC-FBAA446AC1E4}" dt="2024-04-25T13:56:52.807" v="6952" actId="478"/>
          <ac:spMkLst>
            <pc:docMk/>
            <pc:sldMk cId="2063924477" sldId="260"/>
            <ac:spMk id="24" creationId="{AD4E9D1E-0E12-7593-03FF-B5BBB1DD5024}"/>
          </ac:spMkLst>
        </pc:spChg>
        <pc:spChg chg="add del mod">
          <ac:chgData name="Hui Yang" userId="72d5fd8bf877926f" providerId="LiveId" clId="{7479D363-2D5C-4FBE-ABAC-FBAA446AC1E4}" dt="2024-04-29T11:16:18.300" v="19800" actId="478"/>
          <ac:spMkLst>
            <pc:docMk/>
            <pc:sldMk cId="2063924477" sldId="260"/>
            <ac:spMk id="26" creationId="{6CAD05AC-A95D-AECC-881C-914E086115DD}"/>
          </ac:spMkLst>
        </pc:spChg>
        <pc:spChg chg="add del mod">
          <ac:chgData name="Hui Yang" userId="72d5fd8bf877926f" providerId="LiveId" clId="{7479D363-2D5C-4FBE-ABAC-FBAA446AC1E4}" dt="2024-04-25T12:18:00.738" v="6465" actId="478"/>
          <ac:spMkLst>
            <pc:docMk/>
            <pc:sldMk cId="2063924477" sldId="260"/>
            <ac:spMk id="26" creationId="{B1594CC3-3805-C86D-CEDD-BA472629A6A4}"/>
          </ac:spMkLst>
        </pc:spChg>
        <pc:spChg chg="add del mod">
          <ac:chgData name="Hui Yang" userId="72d5fd8bf877926f" providerId="LiveId" clId="{7479D363-2D5C-4FBE-ABAC-FBAA446AC1E4}" dt="2024-04-26T05:29:03.382" v="7017" actId="478"/>
          <ac:spMkLst>
            <pc:docMk/>
            <pc:sldMk cId="2063924477" sldId="260"/>
            <ac:spMk id="27" creationId="{A23B0869-E7F0-5F70-D3A4-CBA61032D9AB}"/>
          </ac:spMkLst>
        </pc:spChg>
        <pc:spChg chg="add del mod">
          <ac:chgData name="Hui Yang" userId="72d5fd8bf877926f" providerId="LiveId" clId="{7479D363-2D5C-4FBE-ABAC-FBAA446AC1E4}" dt="2024-04-26T05:29:05.115" v="7018" actId="478"/>
          <ac:spMkLst>
            <pc:docMk/>
            <pc:sldMk cId="2063924477" sldId="260"/>
            <ac:spMk id="28" creationId="{CA00CC09-6FE7-92DF-677F-8CA998F29D7A}"/>
          </ac:spMkLst>
        </pc:spChg>
        <pc:spChg chg="add mod ord topLvl">
          <ac:chgData name="Hui Yang" userId="72d5fd8bf877926f" providerId="LiveId" clId="{7479D363-2D5C-4FBE-ABAC-FBAA446AC1E4}" dt="2024-05-07T03:04:24.898" v="25777" actId="207"/>
          <ac:spMkLst>
            <pc:docMk/>
            <pc:sldMk cId="2063924477" sldId="260"/>
            <ac:spMk id="29" creationId="{16042C24-589E-9B98-86BB-7A2DA37BDBA7}"/>
          </ac:spMkLst>
        </pc:spChg>
        <pc:spChg chg="mod">
          <ac:chgData name="Hui Yang" userId="72d5fd8bf877926f" providerId="LiveId" clId="{7479D363-2D5C-4FBE-ABAC-FBAA446AC1E4}" dt="2024-04-23T14:16:49.364" v="424"/>
          <ac:spMkLst>
            <pc:docMk/>
            <pc:sldMk cId="2063924477" sldId="260"/>
            <ac:spMk id="31" creationId="{BD600F0D-F9D9-0D13-D7D4-E43CA5212C21}"/>
          </ac:spMkLst>
        </pc:spChg>
        <pc:spChg chg="add mod">
          <ac:chgData name="Hui Yang" userId="72d5fd8bf877926f" providerId="LiveId" clId="{7479D363-2D5C-4FBE-ABAC-FBAA446AC1E4}" dt="2024-04-29T11:16:46.121" v="19804" actId="1076"/>
          <ac:spMkLst>
            <pc:docMk/>
            <pc:sldMk cId="2063924477" sldId="260"/>
            <ac:spMk id="32" creationId="{90D70D72-78A9-B292-4550-70FE5CB44572}"/>
          </ac:spMkLst>
        </pc:spChg>
        <pc:spChg chg="mod">
          <ac:chgData name="Hui Yang" userId="72d5fd8bf877926f" providerId="LiveId" clId="{7479D363-2D5C-4FBE-ABAC-FBAA446AC1E4}" dt="2024-04-23T14:16:49.364" v="424"/>
          <ac:spMkLst>
            <pc:docMk/>
            <pc:sldMk cId="2063924477" sldId="260"/>
            <ac:spMk id="32" creationId="{B9E18A1D-185A-E9FE-E7C8-F7C216A6FCBE}"/>
          </ac:spMkLst>
        </pc:spChg>
        <pc:spChg chg="mod">
          <ac:chgData name="Hui Yang" userId="72d5fd8bf877926f" providerId="LiveId" clId="{7479D363-2D5C-4FBE-ABAC-FBAA446AC1E4}" dt="2024-04-23T14:16:55.408" v="425"/>
          <ac:spMkLst>
            <pc:docMk/>
            <pc:sldMk cId="2063924477" sldId="260"/>
            <ac:spMk id="34" creationId="{A111675A-ACF4-35C7-90F1-994021E56F87}"/>
          </ac:spMkLst>
        </pc:spChg>
        <pc:spChg chg="add mod">
          <ac:chgData name="Hui Yang" userId="72d5fd8bf877926f" providerId="LiveId" clId="{7479D363-2D5C-4FBE-ABAC-FBAA446AC1E4}" dt="2024-04-29T11:27:04.840" v="19842" actId="14100"/>
          <ac:spMkLst>
            <pc:docMk/>
            <pc:sldMk cId="2063924477" sldId="260"/>
            <ac:spMk id="34" creationId="{A849D4E1-806A-6C11-8B98-82CBE9BCE2F8}"/>
          </ac:spMkLst>
        </pc:spChg>
        <pc:spChg chg="mod">
          <ac:chgData name="Hui Yang" userId="72d5fd8bf877926f" providerId="LiveId" clId="{7479D363-2D5C-4FBE-ABAC-FBAA446AC1E4}" dt="2024-04-23T14:16:55.408" v="425"/>
          <ac:spMkLst>
            <pc:docMk/>
            <pc:sldMk cId="2063924477" sldId="260"/>
            <ac:spMk id="35" creationId="{52DA2A95-99CB-8CFB-6D93-FEF612000CBB}"/>
          </ac:spMkLst>
        </pc:spChg>
        <pc:spChg chg="add del mod ord topLvl">
          <ac:chgData name="Hui Yang" userId="72d5fd8bf877926f" providerId="LiveId" clId="{7479D363-2D5C-4FBE-ABAC-FBAA446AC1E4}" dt="2024-04-26T05:04:16.378" v="6966" actId="478"/>
          <ac:spMkLst>
            <pc:docMk/>
            <pc:sldMk cId="2063924477" sldId="260"/>
            <ac:spMk id="36" creationId="{4A1398E6-0641-3BB6-E5B9-9389D795F420}"/>
          </ac:spMkLst>
        </pc:spChg>
        <pc:grpChg chg="add del mod">
          <ac:chgData name="Hui Yang" userId="72d5fd8bf877926f" providerId="LiveId" clId="{7479D363-2D5C-4FBE-ABAC-FBAA446AC1E4}" dt="2024-04-25T12:16:24.950" v="6453" actId="478"/>
          <ac:grpSpMkLst>
            <pc:docMk/>
            <pc:sldMk cId="2063924477" sldId="260"/>
            <ac:grpSpMk id="3" creationId="{B9F64AFD-064F-2F1F-07C4-3472BC173E6D}"/>
          </ac:grpSpMkLst>
        </pc:grpChg>
        <pc:grpChg chg="add mod">
          <ac:chgData name="Hui Yang" userId="72d5fd8bf877926f" providerId="LiveId" clId="{7479D363-2D5C-4FBE-ABAC-FBAA446AC1E4}" dt="2024-04-23T14:16:49.364" v="424"/>
          <ac:grpSpMkLst>
            <pc:docMk/>
            <pc:sldMk cId="2063924477" sldId="260"/>
            <ac:grpSpMk id="30" creationId="{C3066772-41F2-3AC2-C078-36DEC231D6B0}"/>
          </ac:grpSpMkLst>
        </pc:grpChg>
        <pc:grpChg chg="add mod">
          <ac:chgData name="Hui Yang" userId="72d5fd8bf877926f" providerId="LiveId" clId="{7479D363-2D5C-4FBE-ABAC-FBAA446AC1E4}" dt="2024-04-23T14:16:55.408" v="425"/>
          <ac:grpSpMkLst>
            <pc:docMk/>
            <pc:sldMk cId="2063924477" sldId="260"/>
            <ac:grpSpMk id="33" creationId="{47A47330-8643-AA16-392F-A2FF80083A0E}"/>
          </ac:grpSpMkLst>
        </pc:grpChg>
        <pc:grpChg chg="add del mod">
          <ac:chgData name="Hui Yang" userId="72d5fd8bf877926f" providerId="LiveId" clId="{7479D363-2D5C-4FBE-ABAC-FBAA446AC1E4}" dt="2024-04-26T05:04:16.378" v="6966" actId="478"/>
          <ac:grpSpMkLst>
            <pc:docMk/>
            <pc:sldMk cId="2063924477" sldId="260"/>
            <ac:grpSpMk id="37" creationId="{0CF749E2-BF84-A31B-EF88-2844FF386425}"/>
          </ac:grpSpMkLst>
        </pc:grpChg>
        <pc:picChg chg="add del mod">
          <ac:chgData name="Hui Yang" userId="72d5fd8bf877926f" providerId="LiveId" clId="{7479D363-2D5C-4FBE-ABAC-FBAA446AC1E4}" dt="2024-04-23T13:45:39.818" v="58" actId="478"/>
          <ac:picMkLst>
            <pc:docMk/>
            <pc:sldMk cId="2063924477" sldId="260"/>
            <ac:picMk id="5" creationId="{DDFB64AA-F95D-CA2C-78AF-FB75E2D5A3B5}"/>
          </ac:picMkLst>
        </pc:picChg>
        <pc:picChg chg="add del mod">
          <ac:chgData name="Hui Yang" userId="72d5fd8bf877926f" providerId="LiveId" clId="{7479D363-2D5C-4FBE-ABAC-FBAA446AC1E4}" dt="2024-04-23T13:45:39.505" v="57" actId="478"/>
          <ac:picMkLst>
            <pc:docMk/>
            <pc:sldMk cId="2063924477" sldId="260"/>
            <ac:picMk id="7" creationId="{2379D56E-ED9B-7668-84EC-06908F489BB5}"/>
          </ac:picMkLst>
        </pc:picChg>
        <pc:picChg chg="add del mod">
          <ac:chgData name="Hui Yang" userId="72d5fd8bf877926f" providerId="LiveId" clId="{7479D363-2D5C-4FBE-ABAC-FBAA446AC1E4}" dt="2024-05-07T07:36:02.802" v="26373" actId="478"/>
          <ac:picMkLst>
            <pc:docMk/>
            <pc:sldMk cId="2063924477" sldId="260"/>
            <ac:picMk id="7" creationId="{29A1EC08-FED1-1E98-38BA-5D44C468F61C}"/>
          </ac:picMkLst>
        </pc:picChg>
        <pc:picChg chg="add del mod">
          <ac:chgData name="Hui Yang" userId="72d5fd8bf877926f" providerId="LiveId" clId="{7479D363-2D5C-4FBE-ABAC-FBAA446AC1E4}" dt="2024-04-23T13:45:39.054" v="56" actId="478"/>
          <ac:picMkLst>
            <pc:docMk/>
            <pc:sldMk cId="2063924477" sldId="260"/>
            <ac:picMk id="8" creationId="{C5D4A47F-D853-3364-E0DA-57BE9578515B}"/>
          </ac:picMkLst>
        </pc:picChg>
        <pc:picChg chg="add del mod">
          <ac:chgData name="Hui Yang" userId="72d5fd8bf877926f" providerId="LiveId" clId="{7479D363-2D5C-4FBE-ABAC-FBAA446AC1E4}" dt="2024-04-29T11:14:38.052" v="19736" actId="478"/>
          <ac:picMkLst>
            <pc:docMk/>
            <pc:sldMk cId="2063924477" sldId="260"/>
            <ac:picMk id="8" creationId="{FE309DA5-5AEB-0A7F-9DFE-6DE1FAC7A1B0}"/>
          </ac:picMkLst>
        </pc:picChg>
        <pc:picChg chg="add del mod">
          <ac:chgData name="Hui Yang" userId="72d5fd8bf877926f" providerId="LiveId" clId="{7479D363-2D5C-4FBE-ABAC-FBAA446AC1E4}" dt="2024-04-23T13:45:40.162" v="59" actId="478"/>
          <ac:picMkLst>
            <pc:docMk/>
            <pc:sldMk cId="2063924477" sldId="260"/>
            <ac:picMk id="9" creationId="{70D3BA5A-ACC2-41FA-575A-21399E4235EE}"/>
          </ac:picMkLst>
        </pc:picChg>
        <pc:picChg chg="add mod">
          <ac:chgData name="Hui Yang" userId="72d5fd8bf877926f" providerId="LiveId" clId="{7479D363-2D5C-4FBE-ABAC-FBAA446AC1E4}" dt="2024-05-07T07:36:42.389" v="26390" actId="1076"/>
          <ac:picMkLst>
            <pc:docMk/>
            <pc:sldMk cId="2063924477" sldId="260"/>
            <ac:picMk id="11" creationId="{0AC97915-53A6-0469-0F56-4EF370D7DB0E}"/>
          </ac:picMkLst>
        </pc:picChg>
        <pc:picChg chg="add del mod">
          <ac:chgData name="Hui Yang" userId="72d5fd8bf877926f" providerId="LiveId" clId="{7479D363-2D5C-4FBE-ABAC-FBAA446AC1E4}" dt="2024-04-26T05:33:37.408" v="7137" actId="478"/>
          <ac:picMkLst>
            <pc:docMk/>
            <pc:sldMk cId="2063924477" sldId="260"/>
            <ac:picMk id="11" creationId="{2AD7DB47-CF59-275A-3D2D-73F353FC82E4}"/>
          </ac:picMkLst>
        </pc:picChg>
        <pc:picChg chg="del mod ord topLvl">
          <ac:chgData name="Hui Yang" userId="72d5fd8bf877926f" providerId="LiveId" clId="{7479D363-2D5C-4FBE-ABAC-FBAA446AC1E4}" dt="2024-04-29T11:14:38.052" v="19736" actId="478"/>
          <ac:picMkLst>
            <pc:docMk/>
            <pc:sldMk cId="2063924477" sldId="260"/>
            <ac:picMk id="12" creationId="{E5AA24B9-BAAD-83C6-4FC0-22230CD7F7B2}"/>
          </ac:picMkLst>
        </pc:picChg>
        <pc:picChg chg="add del mod">
          <ac:chgData name="Hui Yang" userId="72d5fd8bf877926f" providerId="LiveId" clId="{7479D363-2D5C-4FBE-ABAC-FBAA446AC1E4}" dt="2024-05-07T09:30:24.913" v="26877" actId="478"/>
          <ac:picMkLst>
            <pc:docMk/>
            <pc:sldMk cId="2063924477" sldId="260"/>
            <ac:picMk id="13" creationId="{53DD6F52-FD3F-8691-B6E3-F052D9526210}"/>
          </ac:picMkLst>
        </pc:picChg>
        <pc:picChg chg="add del mod ord">
          <ac:chgData name="Hui Yang" userId="72d5fd8bf877926f" providerId="LiveId" clId="{7479D363-2D5C-4FBE-ABAC-FBAA446AC1E4}" dt="2024-04-25T12:21:09.553" v="6487" actId="478"/>
          <ac:picMkLst>
            <pc:docMk/>
            <pc:sldMk cId="2063924477" sldId="260"/>
            <ac:picMk id="13" creationId="{7FDD195A-C1D6-7B44-456D-201B0E4F9E77}"/>
          </ac:picMkLst>
        </pc:picChg>
        <pc:picChg chg="add del mod">
          <ac:chgData name="Hui Yang" userId="72d5fd8bf877926f" providerId="LiveId" clId="{7479D363-2D5C-4FBE-ABAC-FBAA446AC1E4}" dt="2024-04-26T05:34:38.191" v="7140" actId="478"/>
          <ac:picMkLst>
            <pc:docMk/>
            <pc:sldMk cId="2063924477" sldId="260"/>
            <ac:picMk id="13" creationId="{9B4F5FE6-CE51-0497-E153-034E30BF915C}"/>
          </ac:picMkLst>
        </pc:picChg>
        <pc:picChg chg="add del mod">
          <ac:chgData name="Hui Yang" userId="72d5fd8bf877926f" providerId="LiveId" clId="{7479D363-2D5C-4FBE-ABAC-FBAA446AC1E4}" dt="2024-04-29T11:14:38.052" v="19736" actId="478"/>
          <ac:picMkLst>
            <pc:docMk/>
            <pc:sldMk cId="2063924477" sldId="260"/>
            <ac:picMk id="13" creationId="{ED7C9E38-493B-39BD-B44D-DCC8A99FC4BD}"/>
          </ac:picMkLst>
        </pc:picChg>
        <pc:picChg chg="del mod">
          <ac:chgData name="Hui Yang" userId="72d5fd8bf877926f" providerId="LiveId" clId="{7479D363-2D5C-4FBE-ABAC-FBAA446AC1E4}" dt="2024-04-23T13:44:31.569" v="48" actId="478"/>
          <ac:picMkLst>
            <pc:docMk/>
            <pc:sldMk cId="2063924477" sldId="260"/>
            <ac:picMk id="14" creationId="{78AE3A60-92A9-F840-D281-C4CD834FAB5B}"/>
          </ac:picMkLst>
        </pc:picChg>
        <pc:picChg chg="add del mod">
          <ac:chgData name="Hui Yang" userId="72d5fd8bf877926f" providerId="LiveId" clId="{7479D363-2D5C-4FBE-ABAC-FBAA446AC1E4}" dt="2024-04-29T11:14:38.052" v="19736" actId="478"/>
          <ac:picMkLst>
            <pc:docMk/>
            <pc:sldMk cId="2063924477" sldId="260"/>
            <ac:picMk id="14" creationId="{914F5176-F1E2-F6DF-DDE2-38BDCB08FBEF}"/>
          </ac:picMkLst>
        </pc:picChg>
        <pc:picChg chg="add del mod">
          <ac:chgData name="Hui Yang" userId="72d5fd8bf877926f" providerId="LiveId" clId="{7479D363-2D5C-4FBE-ABAC-FBAA446AC1E4}" dt="2024-05-07T09:31:13.361" v="26885" actId="478"/>
          <ac:picMkLst>
            <pc:docMk/>
            <pc:sldMk cId="2063924477" sldId="260"/>
            <ac:picMk id="15" creationId="{39F35E31-40E8-438A-E777-E226375918F8}"/>
          </ac:picMkLst>
        </pc:picChg>
        <pc:picChg chg="add del mod">
          <ac:chgData name="Hui Yang" userId="72d5fd8bf877926f" providerId="LiveId" clId="{7479D363-2D5C-4FBE-ABAC-FBAA446AC1E4}" dt="2024-04-29T11:14:38.052" v="19736" actId="478"/>
          <ac:picMkLst>
            <pc:docMk/>
            <pc:sldMk cId="2063924477" sldId="260"/>
            <ac:picMk id="15" creationId="{E494B77C-0ADC-EF12-AB70-DEBCA2B434EC}"/>
          </ac:picMkLst>
        </pc:picChg>
        <pc:picChg chg="add del mod ord">
          <ac:chgData name="Hui Yang" userId="72d5fd8bf877926f" providerId="LiveId" clId="{7479D363-2D5C-4FBE-ABAC-FBAA446AC1E4}" dt="2024-04-25T12:21:09.095" v="6486" actId="478"/>
          <ac:picMkLst>
            <pc:docMk/>
            <pc:sldMk cId="2063924477" sldId="260"/>
            <ac:picMk id="16" creationId="{13E725C0-0933-FC12-47EB-C6B8B35E276F}"/>
          </ac:picMkLst>
        </pc:picChg>
        <pc:picChg chg="add del mod">
          <ac:chgData name="Hui Yang" userId="72d5fd8bf877926f" providerId="LiveId" clId="{7479D363-2D5C-4FBE-ABAC-FBAA446AC1E4}" dt="2024-04-29T11:14:38.052" v="19736" actId="478"/>
          <ac:picMkLst>
            <pc:docMk/>
            <pc:sldMk cId="2063924477" sldId="260"/>
            <ac:picMk id="16" creationId="{96AE79A5-FAB5-4D84-5D44-7B4875438BB7}"/>
          </ac:picMkLst>
        </pc:picChg>
        <pc:picChg chg="del mod">
          <ac:chgData name="Hui Yang" userId="72d5fd8bf877926f" providerId="LiveId" clId="{7479D363-2D5C-4FBE-ABAC-FBAA446AC1E4}" dt="2024-04-23T13:19:47.994" v="8" actId="478"/>
          <ac:picMkLst>
            <pc:docMk/>
            <pc:sldMk cId="2063924477" sldId="260"/>
            <ac:picMk id="16" creationId="{B24BC09E-6808-77FE-BDF0-3B51132DC342}"/>
          </ac:picMkLst>
        </pc:picChg>
        <pc:picChg chg="add mod">
          <ac:chgData name="Hui Yang" userId="72d5fd8bf877926f" providerId="LiveId" clId="{7479D363-2D5C-4FBE-ABAC-FBAA446AC1E4}" dt="2024-05-07T09:31:24.213" v="26891" actId="1076"/>
          <ac:picMkLst>
            <pc:docMk/>
            <pc:sldMk cId="2063924477" sldId="260"/>
            <ac:picMk id="17" creationId="{28202425-6130-325E-E13A-1A09BBDC1F34}"/>
          </ac:picMkLst>
        </pc:picChg>
        <pc:picChg chg="add del mod ord">
          <ac:chgData name="Hui Yang" userId="72d5fd8bf877926f" providerId="LiveId" clId="{7479D363-2D5C-4FBE-ABAC-FBAA446AC1E4}" dt="2024-04-29T11:14:38.052" v="19736" actId="478"/>
          <ac:picMkLst>
            <pc:docMk/>
            <pc:sldMk cId="2063924477" sldId="260"/>
            <ac:picMk id="17" creationId="{743F575D-DA91-314E-02C6-53B881E19267}"/>
          </ac:picMkLst>
        </pc:picChg>
        <pc:picChg chg="add del mod ord">
          <ac:chgData name="Hui Yang" userId="72d5fd8bf877926f" providerId="LiveId" clId="{7479D363-2D5C-4FBE-ABAC-FBAA446AC1E4}" dt="2024-04-25T12:21:09.987" v="6488" actId="478"/>
          <ac:picMkLst>
            <pc:docMk/>
            <pc:sldMk cId="2063924477" sldId="260"/>
            <ac:picMk id="18" creationId="{41178EEB-35E1-6B61-F72F-7CE763095001}"/>
          </ac:picMkLst>
        </pc:picChg>
        <pc:picChg chg="del mod">
          <ac:chgData name="Hui Yang" userId="72d5fd8bf877926f" providerId="LiveId" clId="{7479D363-2D5C-4FBE-ABAC-FBAA446AC1E4}" dt="2024-04-23T13:19:47.994" v="8" actId="478"/>
          <ac:picMkLst>
            <pc:docMk/>
            <pc:sldMk cId="2063924477" sldId="260"/>
            <ac:picMk id="18" creationId="{8876DEBD-62B6-72DE-E707-2AEB1DF5C0D0}"/>
          </ac:picMkLst>
        </pc:picChg>
        <pc:picChg chg="del mod">
          <ac:chgData name="Hui Yang" userId="72d5fd8bf877926f" providerId="LiveId" clId="{7479D363-2D5C-4FBE-ABAC-FBAA446AC1E4}" dt="2024-04-23T13:19:47.994" v="8" actId="478"/>
          <ac:picMkLst>
            <pc:docMk/>
            <pc:sldMk cId="2063924477" sldId="260"/>
            <ac:picMk id="20" creationId="{2C336215-BCD7-70AC-B60E-57435B4A16A3}"/>
          </ac:picMkLst>
        </pc:picChg>
        <pc:picChg chg="add del mod">
          <ac:chgData name="Hui Yang" userId="72d5fd8bf877926f" providerId="LiveId" clId="{7479D363-2D5C-4FBE-ABAC-FBAA446AC1E4}" dt="2024-04-29T11:14:26.043" v="19730" actId="478"/>
          <ac:picMkLst>
            <pc:docMk/>
            <pc:sldMk cId="2063924477" sldId="260"/>
            <ac:picMk id="20" creationId="{5A92AB44-5FD8-93EF-6E79-0B0E4BFAEA55}"/>
          </ac:picMkLst>
        </pc:picChg>
        <pc:picChg chg="add del mod ord">
          <ac:chgData name="Hui Yang" userId="72d5fd8bf877926f" providerId="LiveId" clId="{7479D363-2D5C-4FBE-ABAC-FBAA446AC1E4}" dt="2024-04-23T14:07:18.288" v="297" actId="478"/>
          <ac:picMkLst>
            <pc:docMk/>
            <pc:sldMk cId="2063924477" sldId="260"/>
            <ac:picMk id="23" creationId="{6760B9C8-9EBD-290A-9C13-E2B030329B3D}"/>
          </ac:picMkLst>
        </pc:picChg>
        <pc:picChg chg="add del mod">
          <ac:chgData name="Hui Yang" userId="72d5fd8bf877926f" providerId="LiveId" clId="{7479D363-2D5C-4FBE-ABAC-FBAA446AC1E4}" dt="2024-04-29T11:14:39.264" v="19737" actId="478"/>
          <ac:picMkLst>
            <pc:docMk/>
            <pc:sldMk cId="2063924477" sldId="260"/>
            <ac:picMk id="24" creationId="{28CE5377-4B6D-DA27-FEF8-F1B41A0714C4}"/>
          </ac:picMkLst>
        </pc:picChg>
        <pc:picChg chg="add del mod">
          <ac:chgData name="Hui Yang" userId="72d5fd8bf877926f" providerId="LiveId" clId="{7479D363-2D5C-4FBE-ABAC-FBAA446AC1E4}" dt="2024-04-29T11:26:13.276" v="19833" actId="478"/>
          <ac:picMkLst>
            <pc:docMk/>
            <pc:sldMk cId="2063924477" sldId="260"/>
            <ac:picMk id="25" creationId="{3DF73778-10D9-DCE7-6168-9A17D8C9E6EE}"/>
          </ac:picMkLst>
        </pc:picChg>
        <pc:picChg chg="add del mod ord">
          <ac:chgData name="Hui Yang" userId="72d5fd8bf877926f" providerId="LiveId" clId="{7479D363-2D5C-4FBE-ABAC-FBAA446AC1E4}" dt="2024-04-25T12:21:10.532" v="6489" actId="478"/>
          <ac:picMkLst>
            <pc:docMk/>
            <pc:sldMk cId="2063924477" sldId="260"/>
            <ac:picMk id="25" creationId="{AACC7065-C2FB-5978-8F82-77B98BB794C5}"/>
          </ac:picMkLst>
        </pc:picChg>
        <pc:picChg chg="add del mod">
          <ac:chgData name="Hui Yang" userId="72d5fd8bf877926f" providerId="LiveId" clId="{7479D363-2D5C-4FBE-ABAC-FBAA446AC1E4}" dt="2024-04-29T11:14:38.052" v="19736" actId="478"/>
          <ac:picMkLst>
            <pc:docMk/>
            <pc:sldMk cId="2063924477" sldId="260"/>
            <ac:picMk id="27" creationId="{C26BFCCD-8586-6EE2-30A8-D411809B9C0C}"/>
          </ac:picMkLst>
        </pc:picChg>
        <pc:picChg chg="add del mod">
          <ac:chgData name="Hui Yang" userId="72d5fd8bf877926f" providerId="LiveId" clId="{7479D363-2D5C-4FBE-ABAC-FBAA446AC1E4}" dt="2024-05-07T07:35:04.147" v="26361" actId="478"/>
          <ac:picMkLst>
            <pc:docMk/>
            <pc:sldMk cId="2063924477" sldId="260"/>
            <ac:picMk id="28" creationId="{4A5B040C-E890-8691-B949-F2E7DB68A399}"/>
          </ac:picMkLst>
        </pc:picChg>
        <pc:picChg chg="add del mod">
          <ac:chgData name="Hui Yang" userId="72d5fd8bf877926f" providerId="LiveId" clId="{7479D363-2D5C-4FBE-ABAC-FBAA446AC1E4}" dt="2024-04-29T12:02:59.235" v="20130" actId="478"/>
          <ac:picMkLst>
            <pc:docMk/>
            <pc:sldMk cId="2063924477" sldId="260"/>
            <ac:picMk id="33" creationId="{10E6AA31-FC71-6FA4-165F-BB8433B8D18B}"/>
          </ac:picMkLst>
        </pc:picChg>
        <pc:picChg chg="add del mod modCrop">
          <ac:chgData name="Hui Yang" userId="72d5fd8bf877926f" providerId="LiveId" clId="{7479D363-2D5C-4FBE-ABAC-FBAA446AC1E4}" dt="2024-05-07T07:35:04.671" v="26362" actId="478"/>
          <ac:picMkLst>
            <pc:docMk/>
            <pc:sldMk cId="2063924477" sldId="260"/>
            <ac:picMk id="36" creationId="{1ADE7F76-FFDB-E4BF-4FA6-724BAE3EA16F}"/>
          </ac:picMkLst>
        </pc:picChg>
        <pc:cxnChg chg="add del mod">
          <ac:chgData name="Hui Yang" userId="72d5fd8bf877926f" providerId="LiveId" clId="{7479D363-2D5C-4FBE-ABAC-FBAA446AC1E4}" dt="2024-04-29T11:14:34.170" v="19735" actId="478"/>
          <ac:cxnSpMkLst>
            <pc:docMk/>
            <pc:sldMk cId="2063924477" sldId="260"/>
            <ac:cxnSpMk id="30" creationId="{C6ADE117-D92C-F112-3099-2F11608BCF1E}"/>
          </ac:cxnSpMkLst>
        </pc:cxnChg>
      </pc:sldChg>
      <pc:sldChg chg="addSp delSp modSp mod modTransition addAnim delAnim modAnim modNotesTx">
        <pc:chgData name="Hui Yang" userId="72d5fd8bf877926f" providerId="LiveId" clId="{7479D363-2D5C-4FBE-ABAC-FBAA446AC1E4}" dt="2024-05-07T11:18:57.859" v="27040" actId="20577"/>
        <pc:sldMkLst>
          <pc:docMk/>
          <pc:sldMk cId="829013193" sldId="261"/>
        </pc:sldMkLst>
        <pc:spChg chg="mod">
          <ac:chgData name="Hui Yang" userId="72d5fd8bf877926f" providerId="LiveId" clId="{7479D363-2D5C-4FBE-ABAC-FBAA446AC1E4}" dt="2024-05-06T02:37:08.896" v="22887" actId="20577"/>
          <ac:spMkLst>
            <pc:docMk/>
            <pc:sldMk cId="829013193" sldId="261"/>
            <ac:spMk id="2" creationId="{631FA1CC-A1C9-45AA-A36D-44C8C0E83609}"/>
          </ac:spMkLst>
        </pc:spChg>
        <pc:spChg chg="del">
          <ac:chgData name="Hui Yang" userId="72d5fd8bf877926f" providerId="LiveId" clId="{7479D363-2D5C-4FBE-ABAC-FBAA446AC1E4}" dt="2024-04-25T13:44:40.920" v="6942" actId="478"/>
          <ac:spMkLst>
            <pc:docMk/>
            <pc:sldMk cId="829013193" sldId="261"/>
            <ac:spMk id="3" creationId="{90CD27B8-A72A-4AE0-E487-E33A5060B956}"/>
          </ac:spMkLst>
        </pc:spChg>
        <pc:spChg chg="add mod">
          <ac:chgData name="Hui Yang" userId="72d5fd8bf877926f" providerId="LiveId" clId="{7479D363-2D5C-4FBE-ABAC-FBAA446AC1E4}" dt="2024-04-26T08:31:41.920" v="7859" actId="14100"/>
          <ac:spMkLst>
            <pc:docMk/>
            <pc:sldMk cId="829013193" sldId="261"/>
            <ac:spMk id="3" creationId="{AEDC6048-A8EE-38C9-3FA1-EB742A9E5454}"/>
          </ac:spMkLst>
        </pc:spChg>
        <pc:spChg chg="add mod">
          <ac:chgData name="Hui Yang" userId="72d5fd8bf877926f" providerId="LiveId" clId="{7479D363-2D5C-4FBE-ABAC-FBAA446AC1E4}" dt="2024-05-06T02:37:07.039" v="22885" actId="20577"/>
          <ac:spMkLst>
            <pc:docMk/>
            <pc:sldMk cId="829013193" sldId="261"/>
            <ac:spMk id="5" creationId="{7603864F-367E-27C1-C578-65635C113CE4}"/>
          </ac:spMkLst>
        </pc:spChg>
        <pc:spChg chg="add del mod">
          <ac:chgData name="Hui Yang" userId="72d5fd8bf877926f" providerId="LiveId" clId="{7479D363-2D5C-4FBE-ABAC-FBAA446AC1E4}" dt="2024-04-26T07:30:41.705" v="7601" actId="478"/>
          <ac:spMkLst>
            <pc:docMk/>
            <pc:sldMk cId="829013193" sldId="261"/>
            <ac:spMk id="21" creationId="{C98BA19B-FB56-FCDC-C21E-339018095B8B}"/>
          </ac:spMkLst>
        </pc:spChg>
        <pc:spChg chg="add mod ord">
          <ac:chgData name="Hui Yang" userId="72d5fd8bf877926f" providerId="LiveId" clId="{7479D363-2D5C-4FBE-ABAC-FBAA446AC1E4}" dt="2024-04-26T07:16:04.729" v="7489" actId="164"/>
          <ac:spMkLst>
            <pc:docMk/>
            <pc:sldMk cId="829013193" sldId="261"/>
            <ac:spMk id="24" creationId="{B7E94AAA-5A83-EA0B-0CC2-A0B22A7B2E63}"/>
          </ac:spMkLst>
        </pc:spChg>
        <pc:spChg chg="add mod ord">
          <ac:chgData name="Hui Yang" userId="72d5fd8bf877926f" providerId="LiveId" clId="{7479D363-2D5C-4FBE-ABAC-FBAA446AC1E4}" dt="2024-04-26T07:16:04.729" v="7489" actId="164"/>
          <ac:spMkLst>
            <pc:docMk/>
            <pc:sldMk cId="829013193" sldId="261"/>
            <ac:spMk id="25" creationId="{5CF2CDA7-8D5D-5D48-57F9-512A986CAFE4}"/>
          </ac:spMkLst>
        </pc:spChg>
        <pc:spChg chg="add mod">
          <ac:chgData name="Hui Yang" userId="72d5fd8bf877926f" providerId="LiveId" clId="{7479D363-2D5C-4FBE-ABAC-FBAA446AC1E4}" dt="2024-04-26T08:29:01.960" v="7736" actId="1076"/>
          <ac:spMkLst>
            <pc:docMk/>
            <pc:sldMk cId="829013193" sldId="261"/>
            <ac:spMk id="68" creationId="{8CDE2969-0AA6-2BE7-E7D1-02D9D2B3E57E}"/>
          </ac:spMkLst>
        </pc:spChg>
        <pc:spChg chg="add mod">
          <ac:chgData name="Hui Yang" userId="72d5fd8bf877926f" providerId="LiveId" clId="{7479D363-2D5C-4FBE-ABAC-FBAA446AC1E4}" dt="2024-04-26T08:29:01.960" v="7736" actId="1076"/>
          <ac:spMkLst>
            <pc:docMk/>
            <pc:sldMk cId="829013193" sldId="261"/>
            <ac:spMk id="69" creationId="{2D49F570-938A-28C8-EAA9-EDCF4D5196F8}"/>
          </ac:spMkLst>
        </pc:spChg>
        <pc:spChg chg="add mod">
          <ac:chgData name="Hui Yang" userId="72d5fd8bf877926f" providerId="LiveId" clId="{7479D363-2D5C-4FBE-ABAC-FBAA446AC1E4}" dt="2024-04-26T08:28:57.112" v="7735" actId="1076"/>
          <ac:spMkLst>
            <pc:docMk/>
            <pc:sldMk cId="829013193" sldId="261"/>
            <ac:spMk id="77" creationId="{CFA2B84D-1F25-9054-1890-D72BBD9DBAF2}"/>
          </ac:spMkLst>
        </pc:spChg>
        <pc:spChg chg="add mod">
          <ac:chgData name="Hui Yang" userId="72d5fd8bf877926f" providerId="LiveId" clId="{7479D363-2D5C-4FBE-ABAC-FBAA446AC1E4}" dt="2024-04-26T08:28:57.112" v="7735" actId="1076"/>
          <ac:spMkLst>
            <pc:docMk/>
            <pc:sldMk cId="829013193" sldId="261"/>
            <ac:spMk id="78" creationId="{D8DCF034-8740-2868-2C18-818E78FF0846}"/>
          </ac:spMkLst>
        </pc:spChg>
        <pc:grpChg chg="add del mod">
          <ac:chgData name="Hui Yang" userId="72d5fd8bf877926f" providerId="LiveId" clId="{7479D363-2D5C-4FBE-ABAC-FBAA446AC1E4}" dt="2024-04-26T07:30:41.705" v="7601" actId="478"/>
          <ac:grpSpMkLst>
            <pc:docMk/>
            <pc:sldMk cId="829013193" sldId="261"/>
            <ac:grpSpMk id="31" creationId="{A31CDBD2-9888-1AFB-D401-B77AF8842733}"/>
          </ac:grpSpMkLst>
        </pc:grpChg>
        <pc:grpChg chg="add del mod">
          <ac:chgData name="Hui Yang" userId="72d5fd8bf877926f" providerId="LiveId" clId="{7479D363-2D5C-4FBE-ABAC-FBAA446AC1E4}" dt="2024-04-26T07:30:41.705" v="7601" actId="478"/>
          <ac:grpSpMkLst>
            <pc:docMk/>
            <pc:sldMk cId="829013193" sldId="261"/>
            <ac:grpSpMk id="32" creationId="{286FC66D-7BC7-3EDD-5A2A-0F86337AB3C1}"/>
          </ac:grpSpMkLst>
        </pc:grpChg>
        <pc:grpChg chg="add mod">
          <ac:chgData name="Hui Yang" userId="72d5fd8bf877926f" providerId="LiveId" clId="{7479D363-2D5C-4FBE-ABAC-FBAA446AC1E4}" dt="2024-04-26T07:16:04.729" v="7489" actId="164"/>
          <ac:grpSpMkLst>
            <pc:docMk/>
            <pc:sldMk cId="829013193" sldId="261"/>
            <ac:grpSpMk id="49" creationId="{C90FB182-9C4E-62B3-9B4D-13ADA6F594C0}"/>
          </ac:grpSpMkLst>
        </pc:grpChg>
        <pc:picChg chg="add del mod">
          <ac:chgData name="Hui Yang" userId="72d5fd8bf877926f" providerId="LiveId" clId="{7479D363-2D5C-4FBE-ABAC-FBAA446AC1E4}" dt="2024-04-26T06:47:39.380" v="7335" actId="478"/>
          <ac:picMkLst>
            <pc:docMk/>
            <pc:sldMk cId="829013193" sldId="261"/>
            <ac:picMk id="6" creationId="{5385CB91-6D8E-3D3B-9603-CC1CAE761BF0}"/>
          </ac:picMkLst>
        </pc:picChg>
        <pc:picChg chg="add del mod ord">
          <ac:chgData name="Hui Yang" userId="72d5fd8bf877926f" providerId="LiveId" clId="{7479D363-2D5C-4FBE-ABAC-FBAA446AC1E4}" dt="2024-04-26T07:30:41.705" v="7601" actId="478"/>
          <ac:picMkLst>
            <pc:docMk/>
            <pc:sldMk cId="829013193" sldId="261"/>
            <ac:picMk id="8" creationId="{CFFF05DB-D78B-53E9-8CB2-1AC128283EA5}"/>
          </ac:picMkLst>
        </pc:picChg>
        <pc:picChg chg="add del mod ord">
          <ac:chgData name="Hui Yang" userId="72d5fd8bf877926f" providerId="LiveId" clId="{7479D363-2D5C-4FBE-ABAC-FBAA446AC1E4}" dt="2024-04-26T07:30:41.705" v="7601" actId="478"/>
          <ac:picMkLst>
            <pc:docMk/>
            <pc:sldMk cId="829013193" sldId="261"/>
            <ac:picMk id="10" creationId="{7B840ABA-2944-0E33-1E60-5549BEF22493}"/>
          </ac:picMkLst>
        </pc:picChg>
        <pc:picChg chg="add del mod ord">
          <ac:chgData name="Hui Yang" userId="72d5fd8bf877926f" providerId="LiveId" clId="{7479D363-2D5C-4FBE-ABAC-FBAA446AC1E4}" dt="2024-04-26T07:30:41.705" v="7601" actId="478"/>
          <ac:picMkLst>
            <pc:docMk/>
            <pc:sldMk cId="829013193" sldId="261"/>
            <ac:picMk id="11" creationId="{4A11AA2F-3726-8A37-DD57-A6E9E02F1A42}"/>
          </ac:picMkLst>
        </pc:picChg>
        <pc:picChg chg="add del mod">
          <ac:chgData name="Hui Yang" userId="72d5fd8bf877926f" providerId="LiveId" clId="{7479D363-2D5C-4FBE-ABAC-FBAA446AC1E4}" dt="2024-04-26T06:49:32.759" v="7355" actId="478"/>
          <ac:picMkLst>
            <pc:docMk/>
            <pc:sldMk cId="829013193" sldId="261"/>
            <ac:picMk id="12" creationId="{C1DB59CC-E25B-BBEB-B54B-B753864B0390}"/>
          </ac:picMkLst>
        </pc:picChg>
        <pc:picChg chg="add mod">
          <ac:chgData name="Hui Yang" userId="72d5fd8bf877926f" providerId="LiveId" clId="{7479D363-2D5C-4FBE-ABAC-FBAA446AC1E4}" dt="2024-04-26T07:16:04.729" v="7489" actId="164"/>
          <ac:picMkLst>
            <pc:docMk/>
            <pc:sldMk cId="829013193" sldId="261"/>
            <ac:picMk id="22" creationId="{1F81E984-9829-E532-4CF8-1130E0DFC59B}"/>
          </ac:picMkLst>
        </pc:picChg>
        <pc:picChg chg="add mod">
          <ac:chgData name="Hui Yang" userId="72d5fd8bf877926f" providerId="LiveId" clId="{7479D363-2D5C-4FBE-ABAC-FBAA446AC1E4}" dt="2024-04-26T07:16:04.729" v="7489" actId="164"/>
          <ac:picMkLst>
            <pc:docMk/>
            <pc:sldMk cId="829013193" sldId="261"/>
            <ac:picMk id="23" creationId="{FCFD57CB-6C65-F799-8411-67E186F9AD0E}"/>
          </ac:picMkLst>
        </pc:picChg>
        <pc:picChg chg="add del mod">
          <ac:chgData name="Hui Yang" userId="72d5fd8bf877926f" providerId="LiveId" clId="{7479D363-2D5C-4FBE-ABAC-FBAA446AC1E4}" dt="2024-04-26T07:10:04.321" v="7478" actId="478"/>
          <ac:picMkLst>
            <pc:docMk/>
            <pc:sldMk cId="829013193" sldId="261"/>
            <ac:picMk id="39" creationId="{F9643BE4-C96D-99D4-F07E-ECA2CECE6F88}"/>
          </ac:picMkLst>
        </pc:picChg>
        <pc:picChg chg="add del mod">
          <ac:chgData name="Hui Yang" userId="72d5fd8bf877926f" providerId="LiveId" clId="{7479D363-2D5C-4FBE-ABAC-FBAA446AC1E4}" dt="2024-04-26T07:11:00.665" v="7487"/>
          <ac:picMkLst>
            <pc:docMk/>
            <pc:sldMk cId="829013193" sldId="261"/>
            <ac:picMk id="44" creationId="{E72CB3AE-D61D-454F-CDDA-AFFB8A58A44A}"/>
          </ac:picMkLst>
        </pc:picChg>
        <pc:picChg chg="add del mod">
          <ac:chgData name="Hui Yang" userId="72d5fd8bf877926f" providerId="LiveId" clId="{7479D363-2D5C-4FBE-ABAC-FBAA446AC1E4}" dt="2024-04-26T07:17:21.856" v="7492" actId="478"/>
          <ac:picMkLst>
            <pc:docMk/>
            <pc:sldMk cId="829013193" sldId="261"/>
            <ac:picMk id="45" creationId="{286FC4DB-FD33-7C19-D910-7C35195029CF}"/>
          </ac:picMkLst>
        </pc:picChg>
        <pc:picChg chg="add del mod">
          <ac:chgData name="Hui Yang" userId="72d5fd8bf877926f" providerId="LiveId" clId="{7479D363-2D5C-4FBE-ABAC-FBAA446AC1E4}" dt="2024-04-26T07:23:13.002" v="7578"/>
          <ac:picMkLst>
            <pc:docMk/>
            <pc:sldMk cId="829013193" sldId="261"/>
            <ac:picMk id="61" creationId="{C54AB810-904A-6FEE-D4B3-EA208079A559}"/>
          </ac:picMkLst>
        </pc:picChg>
        <pc:picChg chg="add del mod">
          <ac:chgData name="Hui Yang" userId="72d5fd8bf877926f" providerId="LiveId" clId="{7479D363-2D5C-4FBE-ABAC-FBAA446AC1E4}" dt="2024-04-26T07:25:23.614" v="7579" actId="478"/>
          <ac:picMkLst>
            <pc:docMk/>
            <pc:sldMk cId="829013193" sldId="261"/>
            <ac:picMk id="62" creationId="{A497F6AA-6916-A8FC-2E82-F280F1E83CD0}"/>
          </ac:picMkLst>
        </pc:picChg>
        <pc:picChg chg="add mod">
          <ac:chgData name="Hui Yang" userId="72d5fd8bf877926f" providerId="LiveId" clId="{7479D363-2D5C-4FBE-ABAC-FBAA446AC1E4}" dt="2024-04-26T07:26:41.151" v="7599"/>
          <ac:picMkLst>
            <pc:docMk/>
            <pc:sldMk cId="829013193" sldId="261"/>
            <ac:picMk id="66" creationId="{DB69F24D-E769-6EA3-5132-373681EEF380}"/>
          </ac:picMkLst>
        </pc:picChg>
        <pc:picChg chg="add del mod modCrop">
          <ac:chgData name="Hui Yang" userId="72d5fd8bf877926f" providerId="LiveId" clId="{7479D363-2D5C-4FBE-ABAC-FBAA446AC1E4}" dt="2024-04-26T07:40:36.123" v="7658" actId="478"/>
          <ac:picMkLst>
            <pc:docMk/>
            <pc:sldMk cId="829013193" sldId="261"/>
            <ac:picMk id="67" creationId="{50BF78DF-DD6C-FA14-CF47-E65A90EF509C}"/>
          </ac:picMkLst>
        </pc:picChg>
        <pc:picChg chg="add del mod modCrop">
          <ac:chgData name="Hui Yang" userId="72d5fd8bf877926f" providerId="LiveId" clId="{7479D363-2D5C-4FBE-ABAC-FBAA446AC1E4}" dt="2024-04-26T07:45:01.644" v="7688" actId="478"/>
          <ac:picMkLst>
            <pc:docMk/>
            <pc:sldMk cId="829013193" sldId="261"/>
            <ac:picMk id="70" creationId="{C925B304-61EA-468F-8788-7FFFB2C75258}"/>
          </ac:picMkLst>
        </pc:picChg>
        <pc:picChg chg="add del mod modCrop">
          <ac:chgData name="Hui Yang" userId="72d5fd8bf877926f" providerId="LiveId" clId="{7479D363-2D5C-4FBE-ABAC-FBAA446AC1E4}" dt="2024-04-26T08:05:13.388" v="7689" actId="478"/>
          <ac:picMkLst>
            <pc:docMk/>
            <pc:sldMk cId="829013193" sldId="261"/>
            <ac:picMk id="72" creationId="{F53DA10A-07BA-9BFC-5455-A83F63E63270}"/>
          </ac:picMkLst>
        </pc:picChg>
        <pc:picChg chg="add mod modCrop">
          <ac:chgData name="Hui Yang" userId="72d5fd8bf877926f" providerId="LiveId" clId="{7479D363-2D5C-4FBE-ABAC-FBAA446AC1E4}" dt="2024-04-26T08:29:01.960" v="7736" actId="1076"/>
          <ac:picMkLst>
            <pc:docMk/>
            <pc:sldMk cId="829013193" sldId="261"/>
            <ac:picMk id="74" creationId="{18A75E45-E3C6-B8A0-0945-5E6C92B1051F}"/>
          </ac:picMkLst>
        </pc:picChg>
        <pc:picChg chg="add mod modCrop">
          <ac:chgData name="Hui Yang" userId="72d5fd8bf877926f" providerId="LiveId" clId="{7479D363-2D5C-4FBE-ABAC-FBAA446AC1E4}" dt="2024-04-26T08:28:57.112" v="7735" actId="1076"/>
          <ac:picMkLst>
            <pc:docMk/>
            <pc:sldMk cId="829013193" sldId="261"/>
            <ac:picMk id="76" creationId="{23BEECCB-E335-071E-3D34-5FF0414211E9}"/>
          </ac:picMkLst>
        </pc:picChg>
        <pc:cxnChg chg="add del mod ord">
          <ac:chgData name="Hui Yang" userId="72d5fd8bf877926f" providerId="LiveId" clId="{7479D363-2D5C-4FBE-ABAC-FBAA446AC1E4}" dt="2024-04-26T07:30:43.159" v="7602" actId="478"/>
          <ac:cxnSpMkLst>
            <pc:docMk/>
            <pc:sldMk cId="829013193" sldId="261"/>
            <ac:cxnSpMk id="14" creationId="{536C11F6-C0B4-6756-4796-B5FA7B49657A}"/>
          </ac:cxnSpMkLst>
        </pc:cxnChg>
        <pc:cxnChg chg="add del mod ord">
          <ac:chgData name="Hui Yang" userId="72d5fd8bf877926f" providerId="LiveId" clId="{7479D363-2D5C-4FBE-ABAC-FBAA446AC1E4}" dt="2024-04-26T07:30:43.159" v="7602" actId="478"/>
          <ac:cxnSpMkLst>
            <pc:docMk/>
            <pc:sldMk cId="829013193" sldId="261"/>
            <ac:cxnSpMk id="16" creationId="{C50FC1BB-1238-1EB4-74F4-9CE19C4127CF}"/>
          </ac:cxnSpMkLst>
        </pc:cxnChg>
        <pc:cxnChg chg="add del mod">
          <ac:chgData name="Hui Yang" userId="72d5fd8bf877926f" providerId="LiveId" clId="{7479D363-2D5C-4FBE-ABAC-FBAA446AC1E4}" dt="2024-04-26T07:30:41.705" v="7601" actId="478"/>
          <ac:cxnSpMkLst>
            <pc:docMk/>
            <pc:sldMk cId="829013193" sldId="261"/>
            <ac:cxnSpMk id="20" creationId="{4DB4DCCD-5F60-9F7D-8C09-35A2ED69BA80}"/>
          </ac:cxnSpMkLst>
        </pc:cxnChg>
      </pc:sldChg>
      <pc:sldChg chg="addSp delSp modSp del mod ord modTransition modAnim modNotesTx">
        <pc:chgData name="Hui Yang" userId="72d5fd8bf877926f" providerId="LiveId" clId="{7479D363-2D5C-4FBE-ABAC-FBAA446AC1E4}" dt="2024-05-06T02:31:16.334" v="22859" actId="47"/>
        <pc:sldMkLst>
          <pc:docMk/>
          <pc:sldMk cId="1897695932" sldId="262"/>
        </pc:sldMkLst>
        <pc:spChg chg="mod">
          <ac:chgData name="Hui Yang" userId="72d5fd8bf877926f" providerId="LiveId" clId="{7479D363-2D5C-4FBE-ABAC-FBAA446AC1E4}" dt="2024-04-29T08:15:17.411" v="19713" actId="20577"/>
          <ac:spMkLst>
            <pc:docMk/>
            <pc:sldMk cId="1897695932" sldId="262"/>
            <ac:spMk id="2" creationId="{10186BC3-0EE5-798D-D15B-847F61DB1C8F}"/>
          </ac:spMkLst>
        </pc:spChg>
        <pc:spChg chg="add mod ord">
          <ac:chgData name="Hui Yang" userId="72d5fd8bf877926f" providerId="LiveId" clId="{7479D363-2D5C-4FBE-ABAC-FBAA446AC1E4}" dt="2024-04-26T09:40:10.908" v="7921" actId="13244"/>
          <ac:spMkLst>
            <pc:docMk/>
            <pc:sldMk cId="1897695932" sldId="262"/>
            <ac:spMk id="3" creationId="{1CE9E1B0-4B52-D966-C90B-E383F4A9D121}"/>
          </ac:spMkLst>
        </pc:spChg>
        <pc:spChg chg="del">
          <ac:chgData name="Hui Yang" userId="72d5fd8bf877926f" providerId="LiveId" clId="{7479D363-2D5C-4FBE-ABAC-FBAA446AC1E4}" dt="2024-04-26T06:28:35.836" v="7320" actId="478"/>
          <ac:spMkLst>
            <pc:docMk/>
            <pc:sldMk cId="1897695932" sldId="262"/>
            <ac:spMk id="3" creationId="{2CD50E53-9459-DC10-64E9-FAADA7FFB342}"/>
          </ac:spMkLst>
        </pc:spChg>
        <pc:spChg chg="add mod ord">
          <ac:chgData name="Hui Yang" userId="72d5fd8bf877926f" providerId="LiveId" clId="{7479D363-2D5C-4FBE-ABAC-FBAA446AC1E4}" dt="2024-04-26T09:40:05.127" v="7920" actId="13244"/>
          <ac:spMkLst>
            <pc:docMk/>
            <pc:sldMk cId="1897695932" sldId="262"/>
            <ac:spMk id="5" creationId="{E11432D9-E34A-C340-3438-4E456413B6B2}"/>
          </ac:spMkLst>
        </pc:spChg>
        <pc:spChg chg="add mod">
          <ac:chgData name="Hui Yang" userId="72d5fd8bf877926f" providerId="LiveId" clId="{7479D363-2D5C-4FBE-ABAC-FBAA446AC1E4}" dt="2024-04-26T09:39:37.795" v="7912" actId="207"/>
          <ac:spMkLst>
            <pc:docMk/>
            <pc:sldMk cId="1897695932" sldId="262"/>
            <ac:spMk id="6" creationId="{82371C16-F4E3-CD8E-F758-AFCC21A59453}"/>
          </ac:spMkLst>
        </pc:spChg>
        <pc:spChg chg="add mod">
          <ac:chgData name="Hui Yang" userId="72d5fd8bf877926f" providerId="LiveId" clId="{7479D363-2D5C-4FBE-ABAC-FBAA446AC1E4}" dt="2024-04-26T09:23:47.797" v="7905"/>
          <ac:spMkLst>
            <pc:docMk/>
            <pc:sldMk cId="1897695932" sldId="262"/>
            <ac:spMk id="7" creationId="{DCFD3936-4AD1-F829-8ADD-F979C53DD733}"/>
          </ac:spMkLst>
        </pc:spChg>
        <pc:spChg chg="add mod">
          <ac:chgData name="Hui Yang" userId="72d5fd8bf877926f" providerId="LiveId" clId="{7479D363-2D5C-4FBE-ABAC-FBAA446AC1E4}" dt="2024-04-26T09:39:37.795" v="7912" actId="207"/>
          <ac:spMkLst>
            <pc:docMk/>
            <pc:sldMk cId="1897695932" sldId="262"/>
            <ac:spMk id="8" creationId="{6C3D4255-7C32-D64A-A53B-B0E884C97DBE}"/>
          </ac:spMkLst>
        </pc:spChg>
        <pc:spChg chg="add mod">
          <ac:chgData name="Hui Yang" userId="72d5fd8bf877926f" providerId="LiveId" clId="{7479D363-2D5C-4FBE-ABAC-FBAA446AC1E4}" dt="2024-04-26T09:23:47.797" v="7905"/>
          <ac:spMkLst>
            <pc:docMk/>
            <pc:sldMk cId="1897695932" sldId="262"/>
            <ac:spMk id="9" creationId="{4A250832-1F50-13FC-FB92-C2229466B4D6}"/>
          </ac:spMkLst>
        </pc:spChg>
        <pc:spChg chg="add del mod ord modVis">
          <ac:chgData name="Hui Yang" userId="72d5fd8bf877926f" providerId="LiveId" clId="{7479D363-2D5C-4FBE-ABAC-FBAA446AC1E4}" dt="2024-05-06T02:29:55.365" v="22850" actId="21"/>
          <ac:spMkLst>
            <pc:docMk/>
            <pc:sldMk cId="1897695932" sldId="262"/>
            <ac:spMk id="10" creationId="{5A2D1967-E98D-2AF5-6702-DB9B32A395D4}"/>
          </ac:spMkLst>
        </pc:spChg>
        <pc:spChg chg="add mod">
          <ac:chgData name="Hui Yang" userId="72d5fd8bf877926f" providerId="LiveId" clId="{7479D363-2D5C-4FBE-ABAC-FBAA446AC1E4}" dt="2024-04-26T11:50:29.052" v="8194" actId="20577"/>
          <ac:spMkLst>
            <pc:docMk/>
            <pc:sldMk cId="1897695932" sldId="262"/>
            <ac:spMk id="20" creationId="{403C209B-9AF4-2FB8-8B2B-3D253CF63C39}"/>
          </ac:spMkLst>
        </pc:spChg>
        <pc:spChg chg="add mod ord">
          <ac:chgData name="Hui Yang" userId="72d5fd8bf877926f" providerId="LiveId" clId="{7479D363-2D5C-4FBE-ABAC-FBAA446AC1E4}" dt="2024-04-29T08:06:21.209" v="19704" actId="20577"/>
          <ac:spMkLst>
            <pc:docMk/>
            <pc:sldMk cId="1897695932" sldId="262"/>
            <ac:spMk id="22" creationId="{E387A3E3-8C78-99E6-B21B-99A90FAEA925}"/>
          </ac:spMkLst>
        </pc:spChg>
        <pc:spChg chg="add mod ord">
          <ac:chgData name="Hui Yang" userId="72d5fd8bf877926f" providerId="LiveId" clId="{7479D363-2D5C-4FBE-ABAC-FBAA446AC1E4}" dt="2024-04-26T12:27:31.013" v="8406" actId="13244"/>
          <ac:spMkLst>
            <pc:docMk/>
            <pc:sldMk cId="1897695932" sldId="262"/>
            <ac:spMk id="24" creationId="{AAE36628-AA06-8242-62E2-84AE324B88A1}"/>
          </ac:spMkLst>
        </pc:spChg>
        <pc:picChg chg="add mod">
          <ac:chgData name="Hui Yang" userId="72d5fd8bf877926f" providerId="LiveId" clId="{7479D363-2D5C-4FBE-ABAC-FBAA446AC1E4}" dt="2024-04-29T11:55:37.983" v="20119"/>
          <ac:picMkLst>
            <pc:docMk/>
            <pc:sldMk cId="1897695932" sldId="262"/>
            <ac:picMk id="11" creationId="{6CF53AC7-EC92-E736-2D32-D8B175D9DB78}"/>
          </ac:picMkLst>
        </pc:picChg>
        <pc:picChg chg="add del mod">
          <ac:chgData name="Hui Yang" userId="72d5fd8bf877926f" providerId="LiveId" clId="{7479D363-2D5C-4FBE-ABAC-FBAA446AC1E4}" dt="2024-04-26T10:00:58.251" v="7974" actId="478"/>
          <ac:picMkLst>
            <pc:docMk/>
            <pc:sldMk cId="1897695932" sldId="262"/>
            <ac:picMk id="12" creationId="{122377A3-E704-35C3-6B46-FB9C90FE0E4F}"/>
          </ac:picMkLst>
        </pc:picChg>
        <pc:picChg chg="add mod ord">
          <ac:chgData name="Hui Yang" userId="72d5fd8bf877926f" providerId="LiveId" clId="{7479D363-2D5C-4FBE-ABAC-FBAA446AC1E4}" dt="2024-04-29T12:13:09.254" v="20300" actId="13244"/>
          <ac:picMkLst>
            <pc:docMk/>
            <pc:sldMk cId="1897695932" sldId="262"/>
            <ac:picMk id="12" creationId="{86146243-07CE-B13D-52EB-0E07B015247C}"/>
          </ac:picMkLst>
        </pc:picChg>
        <pc:picChg chg="add del mod modCrop">
          <ac:chgData name="Hui Yang" userId="72d5fd8bf877926f" providerId="LiveId" clId="{7479D363-2D5C-4FBE-ABAC-FBAA446AC1E4}" dt="2024-04-26T11:44:43.674" v="7991" actId="478"/>
          <ac:picMkLst>
            <pc:docMk/>
            <pc:sldMk cId="1897695932" sldId="262"/>
            <ac:picMk id="14" creationId="{BEDA3D76-7F7A-3C14-CC93-03A52B634B96}"/>
          </ac:picMkLst>
        </pc:picChg>
        <pc:picChg chg="add del mod modCrop">
          <ac:chgData name="Hui Yang" userId="72d5fd8bf877926f" providerId="LiveId" clId="{7479D363-2D5C-4FBE-ABAC-FBAA446AC1E4}" dt="2024-04-26T11:47:08.343" v="8026" actId="478"/>
          <ac:picMkLst>
            <pc:docMk/>
            <pc:sldMk cId="1897695932" sldId="262"/>
            <ac:picMk id="16" creationId="{1F4F1FBD-9F63-460E-76B5-E0731B78E83C}"/>
          </ac:picMkLst>
        </pc:picChg>
        <pc:picChg chg="add del mod ord">
          <ac:chgData name="Hui Yang" userId="72d5fd8bf877926f" providerId="LiveId" clId="{7479D363-2D5C-4FBE-ABAC-FBAA446AC1E4}" dt="2024-04-26T11:53:17.279" v="8235" actId="478"/>
          <ac:picMkLst>
            <pc:docMk/>
            <pc:sldMk cId="1897695932" sldId="262"/>
            <ac:picMk id="17" creationId="{FDFFA5BE-A29C-82DB-F245-B61EC6E7FFCB}"/>
          </ac:picMkLst>
        </pc:picChg>
        <pc:picChg chg="add del mod modCrop">
          <ac:chgData name="Hui Yang" userId="72d5fd8bf877926f" providerId="LiveId" clId="{7479D363-2D5C-4FBE-ABAC-FBAA446AC1E4}" dt="2024-04-29T11:55:37.686" v="20118" actId="478"/>
          <ac:picMkLst>
            <pc:docMk/>
            <pc:sldMk cId="1897695932" sldId="262"/>
            <ac:picMk id="19" creationId="{88CC3D39-D283-37B6-037F-A654FB5F0589}"/>
          </ac:picMkLst>
        </pc:picChg>
        <pc:picChg chg="add del mod ord">
          <ac:chgData name="Hui Yang" userId="72d5fd8bf877926f" providerId="LiveId" clId="{7479D363-2D5C-4FBE-ABAC-FBAA446AC1E4}" dt="2024-04-26T12:30:09.049" v="8424" actId="478"/>
          <ac:picMkLst>
            <pc:docMk/>
            <pc:sldMk cId="1897695932" sldId="262"/>
            <ac:picMk id="21" creationId="{31FDEB5D-C934-9A0F-35B5-B8B1F3F108EA}"/>
          </ac:picMkLst>
        </pc:picChg>
        <pc:picChg chg="add del mod ord">
          <ac:chgData name="Hui Yang" userId="72d5fd8bf877926f" providerId="LiveId" clId="{7479D363-2D5C-4FBE-ABAC-FBAA446AC1E4}" dt="2024-04-26T12:29:45.103" v="8419" actId="478"/>
          <ac:picMkLst>
            <pc:docMk/>
            <pc:sldMk cId="1897695932" sldId="262"/>
            <ac:picMk id="23" creationId="{8193050F-9C06-1BDF-A619-6ED64688428A}"/>
          </ac:picMkLst>
        </pc:picChg>
        <pc:picChg chg="add del mod ord">
          <ac:chgData name="Hui Yang" userId="72d5fd8bf877926f" providerId="LiveId" clId="{7479D363-2D5C-4FBE-ABAC-FBAA446AC1E4}" dt="2024-04-29T12:12:10.008" v="20294" actId="478"/>
          <ac:picMkLst>
            <pc:docMk/>
            <pc:sldMk cId="1897695932" sldId="262"/>
            <ac:picMk id="25" creationId="{E081D0C9-0D2F-2AF7-123D-47CF715E1664}"/>
          </ac:picMkLst>
        </pc:picChg>
        <pc:picChg chg="add mod ord">
          <ac:chgData name="Hui Yang" userId="72d5fd8bf877926f" providerId="LiveId" clId="{7479D363-2D5C-4FBE-ABAC-FBAA446AC1E4}" dt="2024-04-26T12:30:10.966" v="8426" actId="13244"/>
          <ac:picMkLst>
            <pc:docMk/>
            <pc:sldMk cId="1897695932" sldId="262"/>
            <ac:picMk id="26" creationId="{7DD7DD2D-87D4-B19C-56FD-C1E42F32D124}"/>
          </ac:picMkLst>
        </pc:picChg>
      </pc:sldChg>
      <pc:sldChg chg="delSp del mod modTransition">
        <pc:chgData name="Hui Yang" userId="72d5fd8bf877926f" providerId="LiveId" clId="{7479D363-2D5C-4FBE-ABAC-FBAA446AC1E4}" dt="2024-04-26T09:24:27.167" v="7906" actId="47"/>
        <pc:sldMkLst>
          <pc:docMk/>
          <pc:sldMk cId="2487674810" sldId="263"/>
        </pc:sldMkLst>
        <pc:spChg chg="del">
          <ac:chgData name="Hui Yang" userId="72d5fd8bf877926f" providerId="LiveId" clId="{7479D363-2D5C-4FBE-ABAC-FBAA446AC1E4}" dt="2024-04-26T06:28:37.708" v="7321" actId="478"/>
          <ac:spMkLst>
            <pc:docMk/>
            <pc:sldMk cId="2487674810" sldId="263"/>
            <ac:spMk id="3" creationId="{5AB42125-64CF-9891-33EE-F39A55DFBC1E}"/>
          </ac:spMkLst>
        </pc:spChg>
      </pc:sldChg>
      <pc:sldChg chg="delSp del mod modTransition">
        <pc:chgData name="Hui Yang" userId="72d5fd8bf877926f" providerId="LiveId" clId="{7479D363-2D5C-4FBE-ABAC-FBAA446AC1E4}" dt="2024-04-26T09:24:28.370" v="7907" actId="47"/>
        <pc:sldMkLst>
          <pc:docMk/>
          <pc:sldMk cId="2097305839" sldId="264"/>
        </pc:sldMkLst>
        <pc:spChg chg="del">
          <ac:chgData name="Hui Yang" userId="72d5fd8bf877926f" providerId="LiveId" clId="{7479D363-2D5C-4FBE-ABAC-FBAA446AC1E4}" dt="2024-04-26T06:28:39.187" v="7322" actId="478"/>
          <ac:spMkLst>
            <pc:docMk/>
            <pc:sldMk cId="2097305839" sldId="264"/>
            <ac:spMk id="3" creationId="{BC7266C0-5DD0-A247-D80E-B2D7E44C981F}"/>
          </ac:spMkLst>
        </pc:spChg>
      </pc:sldChg>
      <pc:sldChg chg="add">
        <pc:chgData name="Hui Yang" userId="72d5fd8bf877926f" providerId="LiveId" clId="{7479D363-2D5C-4FBE-ABAC-FBAA446AC1E4}" dt="2024-04-29T08:15:47.509" v="19723"/>
        <pc:sldMkLst>
          <pc:docMk/>
          <pc:sldMk cId="219470501" sldId="265"/>
        </pc:sldMkLst>
      </pc:sldChg>
      <pc:sldChg chg="addSp delSp modSp del mod modTransition modAnim modNotesTx">
        <pc:chgData name="Hui Yang" userId="72d5fd8bf877926f" providerId="LiveId" clId="{7479D363-2D5C-4FBE-ABAC-FBAA446AC1E4}" dt="2024-04-29T08:15:44.778" v="19722" actId="2696"/>
        <pc:sldMkLst>
          <pc:docMk/>
          <pc:sldMk cId="587273689" sldId="265"/>
        </pc:sldMkLst>
        <pc:spChg chg="del">
          <ac:chgData name="Hui Yang" userId="72d5fd8bf877926f" providerId="LiveId" clId="{7479D363-2D5C-4FBE-ABAC-FBAA446AC1E4}" dt="2024-04-24T08:24:52.598" v="1377" actId="478"/>
          <ac:spMkLst>
            <pc:docMk/>
            <pc:sldMk cId="587273689" sldId="265"/>
            <ac:spMk id="3" creationId="{C2719303-26D2-1771-DF55-D29A1C207D87}"/>
          </ac:spMkLst>
        </pc:spChg>
        <pc:spChg chg="add mod">
          <ac:chgData name="Hui Yang" userId="72d5fd8bf877926f" providerId="LiveId" clId="{7479D363-2D5C-4FBE-ABAC-FBAA446AC1E4}" dt="2024-04-24T08:24:58.186" v="1378"/>
          <ac:spMkLst>
            <pc:docMk/>
            <pc:sldMk cId="587273689" sldId="265"/>
            <ac:spMk id="5" creationId="{A70798C1-1B3D-4C5C-8F02-3435193A3C6A}"/>
          </ac:spMkLst>
        </pc:spChg>
        <pc:spChg chg="add mod">
          <ac:chgData name="Hui Yang" userId="72d5fd8bf877926f" providerId="LiveId" clId="{7479D363-2D5C-4FBE-ABAC-FBAA446AC1E4}" dt="2024-04-24T08:25:06.335" v="1380"/>
          <ac:spMkLst>
            <pc:docMk/>
            <pc:sldMk cId="587273689" sldId="265"/>
            <ac:spMk id="6" creationId="{9BC0DBBE-69C1-96B8-D0E3-1B37D27C97DE}"/>
          </ac:spMkLst>
        </pc:spChg>
        <pc:spChg chg="add mod">
          <ac:chgData name="Hui Yang" userId="72d5fd8bf877926f" providerId="LiveId" clId="{7479D363-2D5C-4FBE-ABAC-FBAA446AC1E4}" dt="2024-04-24T13:46:49.876" v="3074" actId="20577"/>
          <ac:spMkLst>
            <pc:docMk/>
            <pc:sldMk cId="587273689" sldId="265"/>
            <ac:spMk id="6" creationId="{E172E221-1E45-7B20-4682-90A2ACD8EBA9}"/>
          </ac:spMkLst>
        </pc:spChg>
        <pc:spChg chg="add mod">
          <ac:chgData name="Hui Yang" userId="72d5fd8bf877926f" providerId="LiveId" clId="{7479D363-2D5C-4FBE-ABAC-FBAA446AC1E4}" dt="2024-04-24T13:43:26.878" v="2835" actId="14100"/>
          <ac:spMkLst>
            <pc:docMk/>
            <pc:sldMk cId="587273689" sldId="265"/>
            <ac:spMk id="7" creationId="{C539A715-F523-A1DF-F467-26FF3C3338F0}"/>
          </ac:spMkLst>
        </pc:spChg>
        <pc:spChg chg="add mod">
          <ac:chgData name="Hui Yang" userId="72d5fd8bf877926f" providerId="LiveId" clId="{7479D363-2D5C-4FBE-ABAC-FBAA446AC1E4}" dt="2024-04-24T13:43:08.323" v="2832" actId="20577"/>
          <ac:spMkLst>
            <pc:docMk/>
            <pc:sldMk cId="587273689" sldId="265"/>
            <ac:spMk id="8" creationId="{ABDACF57-DB6D-3A9E-8E0C-DB0977B9E0C5}"/>
          </ac:spMkLst>
        </pc:spChg>
        <pc:spChg chg="add mod">
          <ac:chgData name="Hui Yang" userId="72d5fd8bf877926f" providerId="LiveId" clId="{7479D363-2D5C-4FBE-ABAC-FBAA446AC1E4}" dt="2024-04-24T13:43:38.268" v="2838" actId="1076"/>
          <ac:spMkLst>
            <pc:docMk/>
            <pc:sldMk cId="587273689" sldId="265"/>
            <ac:spMk id="9" creationId="{A3033238-237F-C720-A9B5-D6B45BCAE55A}"/>
          </ac:spMkLst>
        </pc:spChg>
        <pc:picChg chg="add mod">
          <ac:chgData name="Hui Yang" userId="72d5fd8bf877926f" providerId="LiveId" clId="{7479D363-2D5C-4FBE-ABAC-FBAA446AC1E4}" dt="2024-04-24T13:43:29.022" v="2836" actId="1076"/>
          <ac:picMkLst>
            <pc:docMk/>
            <pc:sldMk cId="587273689" sldId="265"/>
            <ac:picMk id="5" creationId="{86CC737E-D7E5-A228-F8CF-183E85D1D329}"/>
          </ac:picMkLst>
        </pc:picChg>
      </pc:sldChg>
      <pc:sldChg chg="addSp delSp modSp del mod modTransition modAnim modNotesTx">
        <pc:chgData name="Hui Yang" userId="72d5fd8bf877926f" providerId="LiveId" clId="{7479D363-2D5C-4FBE-ABAC-FBAA446AC1E4}" dt="2024-04-29T08:15:44.778" v="19722" actId="2696"/>
        <pc:sldMkLst>
          <pc:docMk/>
          <pc:sldMk cId="516345158" sldId="266"/>
        </pc:sldMkLst>
        <pc:spChg chg="del">
          <ac:chgData name="Hui Yang" userId="72d5fd8bf877926f" providerId="LiveId" clId="{7479D363-2D5C-4FBE-ABAC-FBAA446AC1E4}" dt="2024-04-24T13:54:56.750" v="3075" actId="478"/>
          <ac:spMkLst>
            <pc:docMk/>
            <pc:sldMk cId="516345158" sldId="266"/>
            <ac:spMk id="3" creationId="{C2719303-26D2-1771-DF55-D29A1C207D87}"/>
          </ac:spMkLst>
        </pc:spChg>
        <pc:spChg chg="add mod">
          <ac:chgData name="Hui Yang" userId="72d5fd8bf877926f" providerId="LiveId" clId="{7479D363-2D5C-4FBE-ABAC-FBAA446AC1E4}" dt="2024-04-24T13:55:03.014" v="3076"/>
          <ac:spMkLst>
            <pc:docMk/>
            <pc:sldMk cId="516345158" sldId="266"/>
            <ac:spMk id="5" creationId="{50BAC2FB-8A94-B019-C60F-B3FE6F541971}"/>
          </ac:spMkLst>
        </pc:spChg>
        <pc:spChg chg="add mod">
          <ac:chgData name="Hui Yang" userId="72d5fd8bf877926f" providerId="LiveId" clId="{7479D363-2D5C-4FBE-ABAC-FBAA446AC1E4}" dt="2024-04-24T13:55:03.014" v="3076"/>
          <ac:spMkLst>
            <pc:docMk/>
            <pc:sldMk cId="516345158" sldId="266"/>
            <ac:spMk id="6" creationId="{979E892F-AB71-9C72-CC0F-44F2CC9894CA}"/>
          </ac:spMkLst>
        </pc:spChg>
        <pc:spChg chg="add mod">
          <ac:chgData name="Hui Yang" userId="72d5fd8bf877926f" providerId="LiveId" clId="{7479D363-2D5C-4FBE-ABAC-FBAA446AC1E4}" dt="2024-04-24T13:55:08.216" v="3078"/>
          <ac:spMkLst>
            <pc:docMk/>
            <pc:sldMk cId="516345158" sldId="266"/>
            <ac:spMk id="7" creationId="{43A4391C-82D3-6CB9-2884-612D0938407B}"/>
          </ac:spMkLst>
        </pc:spChg>
        <pc:spChg chg="add mod">
          <ac:chgData name="Hui Yang" userId="72d5fd8bf877926f" providerId="LiveId" clId="{7479D363-2D5C-4FBE-ABAC-FBAA446AC1E4}" dt="2024-04-24T14:23:46.285" v="3280" actId="20577"/>
          <ac:spMkLst>
            <pc:docMk/>
            <pc:sldMk cId="516345158" sldId="266"/>
            <ac:spMk id="8" creationId="{8F281F2D-FB98-F478-91A7-9040CC08CF3F}"/>
          </ac:spMkLst>
        </pc:spChg>
        <pc:spChg chg="add mod">
          <ac:chgData name="Hui Yang" userId="72d5fd8bf877926f" providerId="LiveId" clId="{7479D363-2D5C-4FBE-ABAC-FBAA446AC1E4}" dt="2024-04-24T13:55:08.216" v="3078"/>
          <ac:spMkLst>
            <pc:docMk/>
            <pc:sldMk cId="516345158" sldId="266"/>
            <ac:spMk id="9" creationId="{B4D430BB-2A85-FCE0-866C-941BA9396A35}"/>
          </ac:spMkLst>
        </pc:spChg>
        <pc:spChg chg="add mod">
          <ac:chgData name="Hui Yang" userId="72d5fd8bf877926f" providerId="LiveId" clId="{7479D363-2D5C-4FBE-ABAC-FBAA446AC1E4}" dt="2024-04-24T14:24:09.956" v="3331" actId="20577"/>
          <ac:spMkLst>
            <pc:docMk/>
            <pc:sldMk cId="516345158" sldId="266"/>
            <ac:spMk id="12" creationId="{46069FB2-D4A7-0E16-F78B-06DD26F69464}"/>
          </ac:spMkLst>
        </pc:spChg>
        <pc:picChg chg="add mod">
          <ac:chgData name="Hui Yang" userId="72d5fd8bf877926f" providerId="LiveId" clId="{7479D363-2D5C-4FBE-ABAC-FBAA446AC1E4}" dt="2024-04-24T14:20:10.381" v="3190" actId="1076"/>
          <ac:picMkLst>
            <pc:docMk/>
            <pc:sldMk cId="516345158" sldId="266"/>
            <ac:picMk id="11" creationId="{497515C0-0B08-4AC9-9440-5C4744462549}"/>
          </ac:picMkLst>
        </pc:picChg>
      </pc:sldChg>
      <pc:sldChg chg="add">
        <pc:chgData name="Hui Yang" userId="72d5fd8bf877926f" providerId="LiveId" clId="{7479D363-2D5C-4FBE-ABAC-FBAA446AC1E4}" dt="2024-04-29T08:15:47.509" v="19723"/>
        <pc:sldMkLst>
          <pc:docMk/>
          <pc:sldMk cId="1484515366" sldId="266"/>
        </pc:sldMkLst>
      </pc:sldChg>
      <pc:sldChg chg="addSp delSp modSp del mod modTransition modAnim modNotesTx">
        <pc:chgData name="Hui Yang" userId="72d5fd8bf877926f" providerId="LiveId" clId="{7479D363-2D5C-4FBE-ABAC-FBAA446AC1E4}" dt="2024-04-29T08:15:44.778" v="19722" actId="2696"/>
        <pc:sldMkLst>
          <pc:docMk/>
          <pc:sldMk cId="140807857" sldId="267"/>
        </pc:sldMkLst>
        <pc:spChg chg="del">
          <ac:chgData name="Hui Yang" userId="72d5fd8bf877926f" providerId="LiveId" clId="{7479D363-2D5C-4FBE-ABAC-FBAA446AC1E4}" dt="2024-04-25T07:04:28.052" v="4153" actId="478"/>
          <ac:spMkLst>
            <pc:docMk/>
            <pc:sldMk cId="140807857" sldId="267"/>
            <ac:spMk id="3" creationId="{14F47A6B-654F-3A85-43B6-45D25F80FE7C}"/>
          </ac:spMkLst>
        </pc:spChg>
        <pc:spChg chg="add mod">
          <ac:chgData name="Hui Yang" userId="72d5fd8bf877926f" providerId="LiveId" clId="{7479D363-2D5C-4FBE-ABAC-FBAA446AC1E4}" dt="2024-04-25T07:37:05.216" v="4194" actId="14100"/>
          <ac:spMkLst>
            <pc:docMk/>
            <pc:sldMk cId="140807857" sldId="267"/>
            <ac:spMk id="5" creationId="{C3DD8BDD-4A54-4691-9AAC-FDE71AF4D4B5}"/>
          </ac:spMkLst>
        </pc:spChg>
        <pc:spChg chg="add mod">
          <ac:chgData name="Hui Yang" userId="72d5fd8bf877926f" providerId="LiveId" clId="{7479D363-2D5C-4FBE-ABAC-FBAA446AC1E4}" dt="2024-04-25T07:37:05.216" v="4194" actId="14100"/>
          <ac:spMkLst>
            <pc:docMk/>
            <pc:sldMk cId="140807857" sldId="267"/>
            <ac:spMk id="6" creationId="{0470D88C-C1FF-C461-264C-CC522B0AEAFB}"/>
          </ac:spMkLst>
        </pc:spChg>
        <pc:spChg chg="add mod">
          <ac:chgData name="Hui Yang" userId="72d5fd8bf877926f" providerId="LiveId" clId="{7479D363-2D5C-4FBE-ABAC-FBAA446AC1E4}" dt="2024-04-25T07:26:49.464" v="4157"/>
          <ac:spMkLst>
            <pc:docMk/>
            <pc:sldMk cId="140807857" sldId="267"/>
            <ac:spMk id="7" creationId="{419D091D-BD14-2BFF-FC0F-457A96EC7904}"/>
          </ac:spMkLst>
        </pc:spChg>
        <pc:spChg chg="add mod">
          <ac:chgData name="Hui Yang" userId="72d5fd8bf877926f" providerId="LiveId" clId="{7479D363-2D5C-4FBE-ABAC-FBAA446AC1E4}" dt="2024-04-25T13:55:20.937" v="6951" actId="20577"/>
          <ac:spMkLst>
            <pc:docMk/>
            <pc:sldMk cId="140807857" sldId="267"/>
            <ac:spMk id="9" creationId="{5DDEC7D4-16D1-9014-1681-53CFD3F0A4F5}"/>
          </ac:spMkLst>
        </pc:spChg>
        <pc:picChg chg="add del mod">
          <ac:chgData name="Hui Yang" userId="72d5fd8bf877926f" providerId="LiveId" clId="{7479D363-2D5C-4FBE-ABAC-FBAA446AC1E4}" dt="2024-04-25T07:27:20.439" v="4158" actId="478"/>
          <ac:picMkLst>
            <pc:docMk/>
            <pc:sldMk cId="140807857" sldId="267"/>
            <ac:picMk id="8" creationId="{0FBED437-B872-5AE3-3FDF-78780C46B67D}"/>
          </ac:picMkLst>
        </pc:picChg>
        <pc:picChg chg="add mod">
          <ac:chgData name="Hui Yang" userId="72d5fd8bf877926f" providerId="LiveId" clId="{7479D363-2D5C-4FBE-ABAC-FBAA446AC1E4}" dt="2024-04-25T13:42:13.678" v="6941" actId="1076"/>
          <ac:picMkLst>
            <pc:docMk/>
            <pc:sldMk cId="140807857" sldId="267"/>
            <ac:picMk id="11" creationId="{F5BD233E-58BB-E4F0-2595-6DFE9794BA34}"/>
          </ac:picMkLst>
        </pc:picChg>
      </pc:sldChg>
      <pc:sldChg chg="add">
        <pc:chgData name="Hui Yang" userId="72d5fd8bf877926f" providerId="LiveId" clId="{7479D363-2D5C-4FBE-ABAC-FBAA446AC1E4}" dt="2024-04-29T08:15:47.509" v="19723"/>
        <pc:sldMkLst>
          <pc:docMk/>
          <pc:sldMk cId="3241643952" sldId="267"/>
        </pc:sldMkLst>
      </pc:sldChg>
      <pc:sldChg chg="addSp delSp modSp mod modTransition addAnim delAnim modAnim modNotesTx">
        <pc:chgData name="Hui Yang" userId="72d5fd8bf877926f" providerId="LiveId" clId="{7479D363-2D5C-4FBE-ABAC-FBAA446AC1E4}" dt="2024-05-07T05:33:23.293" v="25813" actId="20577"/>
        <pc:sldMkLst>
          <pc:docMk/>
          <pc:sldMk cId="3423829263" sldId="268"/>
        </pc:sldMkLst>
        <pc:spChg chg="mod">
          <ac:chgData name="Hui Yang" userId="72d5fd8bf877926f" providerId="LiveId" clId="{7479D363-2D5C-4FBE-ABAC-FBAA446AC1E4}" dt="2024-04-24T08:05:08.502" v="1266" actId="1076"/>
          <ac:spMkLst>
            <pc:docMk/>
            <pc:sldMk cId="3423829263" sldId="268"/>
            <ac:spMk id="2" creationId="{4108D175-0CCD-1356-ECA0-AE55F10E2CBC}"/>
          </ac:spMkLst>
        </pc:spChg>
        <pc:spChg chg="del">
          <ac:chgData name="Hui Yang" userId="72d5fd8bf877926f" providerId="LiveId" clId="{7479D363-2D5C-4FBE-ABAC-FBAA446AC1E4}" dt="2024-04-23T14:32:23.043" v="464" actId="478"/>
          <ac:spMkLst>
            <pc:docMk/>
            <pc:sldMk cId="3423829263" sldId="268"/>
            <ac:spMk id="3" creationId="{94628444-C267-6035-00A2-6ADF5922CE8C}"/>
          </ac:spMkLst>
        </pc:spChg>
        <pc:spChg chg="add del mod">
          <ac:chgData name="Hui Yang" userId="72d5fd8bf877926f" providerId="LiveId" clId="{7479D363-2D5C-4FBE-ABAC-FBAA446AC1E4}" dt="2024-04-24T12:31:22.615" v="2226" actId="478"/>
          <ac:spMkLst>
            <pc:docMk/>
            <pc:sldMk cId="3423829263" sldId="268"/>
            <ac:spMk id="3" creationId="{F9AC8B32-926C-0929-73EE-0250EE23AF6F}"/>
          </ac:spMkLst>
        </pc:spChg>
        <pc:spChg chg="add del mod">
          <ac:chgData name="Hui Yang" userId="72d5fd8bf877926f" providerId="LiveId" clId="{7479D363-2D5C-4FBE-ABAC-FBAA446AC1E4}" dt="2024-04-24T06:13:45.709" v="505" actId="478"/>
          <ac:spMkLst>
            <pc:docMk/>
            <pc:sldMk cId="3423829263" sldId="268"/>
            <ac:spMk id="9" creationId="{870A244E-7F05-DF7C-94E6-EAE521FEC1C9}"/>
          </ac:spMkLst>
        </pc:spChg>
        <pc:spChg chg="add del mod">
          <ac:chgData name="Hui Yang" userId="72d5fd8bf877926f" providerId="LiveId" clId="{7479D363-2D5C-4FBE-ABAC-FBAA446AC1E4}" dt="2024-04-24T06:18:52.916" v="577"/>
          <ac:spMkLst>
            <pc:docMk/>
            <pc:sldMk cId="3423829263" sldId="268"/>
            <ac:spMk id="14" creationId="{03D9AB71-7306-D5DD-D350-1421B7AA1087}"/>
          </ac:spMkLst>
        </pc:spChg>
        <pc:spChg chg="add mod">
          <ac:chgData name="Hui Yang" userId="72d5fd8bf877926f" providerId="LiveId" clId="{7479D363-2D5C-4FBE-ABAC-FBAA446AC1E4}" dt="2024-04-24T08:09:07.420" v="1290" actId="255"/>
          <ac:spMkLst>
            <pc:docMk/>
            <pc:sldMk cId="3423829263" sldId="268"/>
            <ac:spMk id="16" creationId="{CD07FCD6-4714-4061-8ACC-BA89500005F9}"/>
          </ac:spMkLst>
        </pc:spChg>
        <pc:spChg chg="add del mod">
          <ac:chgData name="Hui Yang" userId="72d5fd8bf877926f" providerId="LiveId" clId="{7479D363-2D5C-4FBE-ABAC-FBAA446AC1E4}" dt="2024-04-24T06:19:16.547" v="591" actId="478"/>
          <ac:spMkLst>
            <pc:docMk/>
            <pc:sldMk cId="3423829263" sldId="268"/>
            <ac:spMk id="17" creationId="{4328AE94-13BD-C7D9-9157-8EE306F48C1D}"/>
          </ac:spMkLst>
        </pc:spChg>
        <pc:spChg chg="add mod">
          <ac:chgData name="Hui Yang" userId="72d5fd8bf877926f" providerId="LiveId" clId="{7479D363-2D5C-4FBE-ABAC-FBAA446AC1E4}" dt="2024-04-24T07:42:51.497" v="1045" actId="1036"/>
          <ac:spMkLst>
            <pc:docMk/>
            <pc:sldMk cId="3423829263" sldId="268"/>
            <ac:spMk id="44" creationId="{B1A832A3-2688-3051-656A-04C86534F8BB}"/>
          </ac:spMkLst>
        </pc:spChg>
        <pc:spChg chg="add mod">
          <ac:chgData name="Hui Yang" userId="72d5fd8bf877926f" providerId="LiveId" clId="{7479D363-2D5C-4FBE-ABAC-FBAA446AC1E4}" dt="2024-04-24T07:42:34.032" v="1038" actId="255"/>
          <ac:spMkLst>
            <pc:docMk/>
            <pc:sldMk cId="3423829263" sldId="268"/>
            <ac:spMk id="45" creationId="{56E68C9D-7C46-1193-73AA-1982EF7147E6}"/>
          </ac:spMkLst>
        </pc:spChg>
        <pc:spChg chg="add mod">
          <ac:chgData name="Hui Yang" userId="72d5fd8bf877926f" providerId="LiveId" clId="{7479D363-2D5C-4FBE-ABAC-FBAA446AC1E4}" dt="2024-04-24T07:43:02.264" v="1056" actId="1036"/>
          <ac:spMkLst>
            <pc:docMk/>
            <pc:sldMk cId="3423829263" sldId="268"/>
            <ac:spMk id="57" creationId="{F1A5E456-CF9D-075A-F419-75E201939538}"/>
          </ac:spMkLst>
        </pc:spChg>
        <pc:spChg chg="add del mod ord">
          <ac:chgData name="Hui Yang" userId="72d5fd8bf877926f" providerId="LiveId" clId="{7479D363-2D5C-4FBE-ABAC-FBAA446AC1E4}" dt="2024-04-24T07:33:01.640" v="889" actId="478"/>
          <ac:spMkLst>
            <pc:docMk/>
            <pc:sldMk cId="3423829263" sldId="268"/>
            <ac:spMk id="59" creationId="{4A716E48-7F6F-AD6C-0F44-01FA9DD8CCD2}"/>
          </ac:spMkLst>
        </pc:spChg>
        <pc:spChg chg="add mod ord modVis">
          <ac:chgData name="Hui Yang" userId="72d5fd8bf877926f" providerId="LiveId" clId="{7479D363-2D5C-4FBE-ABAC-FBAA446AC1E4}" dt="2024-04-24T12:08:59.512" v="1654" actId="1076"/>
          <ac:spMkLst>
            <pc:docMk/>
            <pc:sldMk cId="3423829263" sldId="268"/>
            <ac:spMk id="60" creationId="{1255F677-D281-6760-910E-4716F19EA7E2}"/>
          </ac:spMkLst>
        </pc:spChg>
        <pc:spChg chg="add mod ord">
          <ac:chgData name="Hui Yang" userId="72d5fd8bf877926f" providerId="LiveId" clId="{7479D363-2D5C-4FBE-ABAC-FBAA446AC1E4}" dt="2024-04-24T12:08:59.512" v="1654" actId="1076"/>
          <ac:spMkLst>
            <pc:docMk/>
            <pc:sldMk cId="3423829263" sldId="268"/>
            <ac:spMk id="63" creationId="{21F707F8-863F-4EBF-1FC8-71B97AE1FD51}"/>
          </ac:spMkLst>
        </pc:spChg>
        <pc:spChg chg="add mod">
          <ac:chgData name="Hui Yang" userId="72d5fd8bf877926f" providerId="LiveId" clId="{7479D363-2D5C-4FBE-ABAC-FBAA446AC1E4}" dt="2024-04-24T07:37:23.918" v="946" actId="20577"/>
          <ac:spMkLst>
            <pc:docMk/>
            <pc:sldMk cId="3423829263" sldId="268"/>
            <ac:spMk id="66" creationId="{DC48E4CE-702E-A86B-7030-BA5F8AFD882B}"/>
          </ac:spMkLst>
        </pc:spChg>
        <pc:spChg chg="add del mod">
          <ac:chgData name="Hui Yang" userId="72d5fd8bf877926f" providerId="LiveId" clId="{7479D363-2D5C-4FBE-ABAC-FBAA446AC1E4}" dt="2024-04-24T07:37:37.381" v="949" actId="478"/>
          <ac:spMkLst>
            <pc:docMk/>
            <pc:sldMk cId="3423829263" sldId="268"/>
            <ac:spMk id="67" creationId="{ECD81AA0-2C36-8EEC-CB6D-A5FF8BBDCFD0}"/>
          </ac:spMkLst>
        </pc:spChg>
        <pc:spChg chg="add del">
          <ac:chgData name="Hui Yang" userId="72d5fd8bf877926f" providerId="LiveId" clId="{7479D363-2D5C-4FBE-ABAC-FBAA446AC1E4}" dt="2024-04-24T07:37:59.208" v="952" actId="11529"/>
          <ac:spMkLst>
            <pc:docMk/>
            <pc:sldMk cId="3423829263" sldId="268"/>
            <ac:spMk id="68" creationId="{482CEFCD-EE19-A63C-73A6-9712D4519970}"/>
          </ac:spMkLst>
        </pc:spChg>
        <pc:spChg chg="add mod">
          <ac:chgData name="Hui Yang" userId="72d5fd8bf877926f" providerId="LiveId" clId="{7479D363-2D5C-4FBE-ABAC-FBAA446AC1E4}" dt="2024-04-24T12:08:59.512" v="1654" actId="1076"/>
          <ac:spMkLst>
            <pc:docMk/>
            <pc:sldMk cId="3423829263" sldId="268"/>
            <ac:spMk id="69" creationId="{FA837A79-0C30-48D0-CC9E-39B14F3A9161}"/>
          </ac:spMkLst>
        </pc:spChg>
        <pc:spChg chg="add del mod">
          <ac:chgData name="Hui Yang" userId="72d5fd8bf877926f" providerId="LiveId" clId="{7479D363-2D5C-4FBE-ABAC-FBAA446AC1E4}" dt="2024-05-07T05:33:23.293" v="25813" actId="20577"/>
          <ac:spMkLst>
            <pc:docMk/>
            <pc:sldMk cId="3423829263" sldId="268"/>
            <ac:spMk id="80" creationId="{0396754B-3AC5-9B89-686E-17BD1C6E8FC0}"/>
          </ac:spMkLst>
        </pc:spChg>
        <pc:spChg chg="add mod">
          <ac:chgData name="Hui Yang" userId="72d5fd8bf877926f" providerId="LiveId" clId="{7479D363-2D5C-4FBE-ABAC-FBAA446AC1E4}" dt="2024-04-24T10:29:24.441" v="1466" actId="14100"/>
          <ac:spMkLst>
            <pc:docMk/>
            <pc:sldMk cId="3423829263" sldId="268"/>
            <ac:spMk id="91" creationId="{C2323A26-EE2B-C905-7A1A-F0EC39417A29}"/>
          </ac:spMkLst>
        </pc:spChg>
        <pc:spChg chg="add mod">
          <ac:chgData name="Hui Yang" userId="72d5fd8bf877926f" providerId="LiveId" clId="{7479D363-2D5C-4FBE-ABAC-FBAA446AC1E4}" dt="2024-04-24T10:26:09.751" v="1452" actId="1076"/>
          <ac:spMkLst>
            <pc:docMk/>
            <pc:sldMk cId="3423829263" sldId="268"/>
            <ac:spMk id="94" creationId="{68E487FB-655E-31C7-2785-292384DB21F1}"/>
          </ac:spMkLst>
        </pc:spChg>
        <pc:spChg chg="add mod">
          <ac:chgData name="Hui Yang" userId="72d5fd8bf877926f" providerId="LiveId" clId="{7479D363-2D5C-4FBE-ABAC-FBAA446AC1E4}" dt="2024-04-24T12:08:59.512" v="1654" actId="1076"/>
          <ac:spMkLst>
            <pc:docMk/>
            <pc:sldMk cId="3423829263" sldId="268"/>
            <ac:spMk id="95" creationId="{4F98B887-0D20-D56F-375F-BD6B0ED32723}"/>
          </ac:spMkLst>
        </pc:spChg>
        <pc:spChg chg="add mod">
          <ac:chgData name="Hui Yang" userId="72d5fd8bf877926f" providerId="LiveId" clId="{7479D363-2D5C-4FBE-ABAC-FBAA446AC1E4}" dt="2024-04-24T10:34:05.745" v="1613" actId="1076"/>
          <ac:spMkLst>
            <pc:docMk/>
            <pc:sldMk cId="3423829263" sldId="268"/>
            <ac:spMk id="97" creationId="{0E39848C-98BD-F116-2BB3-E1131EE1C5E3}"/>
          </ac:spMkLst>
        </pc:spChg>
        <pc:grpChg chg="add mod ord modVis">
          <ac:chgData name="Hui Yang" userId="72d5fd8bf877926f" providerId="LiveId" clId="{7479D363-2D5C-4FBE-ABAC-FBAA446AC1E4}" dt="2024-04-24T10:36:41.709" v="1624" actId="166"/>
          <ac:grpSpMkLst>
            <pc:docMk/>
            <pc:sldMk cId="3423829263" sldId="268"/>
            <ac:grpSpMk id="12" creationId="{15041415-E106-E000-1FE2-1B63DF715E6A}"/>
          </ac:grpSpMkLst>
        </pc:grpChg>
        <pc:grpChg chg="add mod modVis">
          <ac:chgData name="Hui Yang" userId="72d5fd8bf877926f" providerId="LiveId" clId="{7479D363-2D5C-4FBE-ABAC-FBAA446AC1E4}" dt="2024-04-24T12:08:59.512" v="1654" actId="1076"/>
          <ac:grpSpMkLst>
            <pc:docMk/>
            <pc:sldMk cId="3423829263" sldId="268"/>
            <ac:grpSpMk id="58" creationId="{D4E3AAB4-F966-5D5C-5A85-651D5E223563}"/>
          </ac:grpSpMkLst>
        </pc:grpChg>
        <pc:graphicFrameChg chg="add del mod">
          <ac:chgData name="Hui Yang" userId="72d5fd8bf877926f" providerId="LiveId" clId="{7479D363-2D5C-4FBE-ABAC-FBAA446AC1E4}" dt="2024-04-23T14:35:01.255" v="470" actId="478"/>
          <ac:graphicFrameMkLst>
            <pc:docMk/>
            <pc:sldMk cId="3423829263" sldId="268"/>
            <ac:graphicFrameMk id="5" creationId="{332E2DD6-AF55-6510-CBA8-DBD9D98E9832}"/>
          </ac:graphicFrameMkLst>
        </pc:graphicFrameChg>
        <pc:graphicFrameChg chg="add mod">
          <ac:chgData name="Hui Yang" userId="72d5fd8bf877926f" providerId="LiveId" clId="{7479D363-2D5C-4FBE-ABAC-FBAA446AC1E4}" dt="2024-04-24T12:08:59.512" v="1654" actId="1076"/>
          <ac:graphicFrameMkLst>
            <pc:docMk/>
            <pc:sldMk cId="3423829263" sldId="268"/>
            <ac:graphicFrameMk id="18" creationId="{1E89A6A9-92D4-B166-15A5-C9EE3D77BDDE}"/>
          </ac:graphicFrameMkLst>
        </pc:graphicFrameChg>
        <pc:graphicFrameChg chg="add mod">
          <ac:chgData name="Hui Yang" userId="72d5fd8bf877926f" providerId="LiveId" clId="{7479D363-2D5C-4FBE-ABAC-FBAA446AC1E4}" dt="2024-04-24T12:08:59.512" v="1654" actId="1076"/>
          <ac:graphicFrameMkLst>
            <pc:docMk/>
            <pc:sldMk cId="3423829263" sldId="268"/>
            <ac:graphicFrameMk id="19" creationId="{2D9D16FA-3925-3C95-15A7-A19E757CC893}"/>
          </ac:graphicFrameMkLst>
        </pc:graphicFrameChg>
        <pc:picChg chg="add del mod">
          <ac:chgData name="Hui Yang" userId="72d5fd8bf877926f" providerId="LiveId" clId="{7479D363-2D5C-4FBE-ABAC-FBAA446AC1E4}" dt="2024-04-24T06:52:26.512" v="608" actId="478"/>
          <ac:picMkLst>
            <pc:docMk/>
            <pc:sldMk cId="3423829263" sldId="268"/>
            <ac:picMk id="5" creationId="{F7A752EA-7AF3-1107-C66D-FBE4922A1AF9}"/>
          </ac:picMkLst>
        </pc:picChg>
        <pc:picChg chg="add del mod">
          <ac:chgData name="Hui Yang" userId="72d5fd8bf877926f" providerId="LiveId" clId="{7479D363-2D5C-4FBE-ABAC-FBAA446AC1E4}" dt="2024-04-24T06:10:55.974" v="482" actId="478"/>
          <ac:picMkLst>
            <pc:docMk/>
            <pc:sldMk cId="3423829263" sldId="268"/>
            <ac:picMk id="7" creationId="{5B2B6B71-76DA-277C-7A23-469DA2047585}"/>
          </ac:picMkLst>
        </pc:picChg>
        <pc:picChg chg="add del mod">
          <ac:chgData name="Hui Yang" userId="72d5fd8bf877926f" providerId="LiveId" clId="{7479D363-2D5C-4FBE-ABAC-FBAA446AC1E4}" dt="2024-04-24T06:29:14.945" v="607" actId="478"/>
          <ac:picMkLst>
            <pc:docMk/>
            <pc:sldMk cId="3423829263" sldId="268"/>
            <ac:picMk id="8" creationId="{512E86D2-0FA3-664D-6B73-370DAAD64088}"/>
          </ac:picMkLst>
        </pc:picChg>
        <pc:picChg chg="add mod ord modVis">
          <ac:chgData name="Hui Yang" userId="72d5fd8bf877926f" providerId="LiveId" clId="{7479D363-2D5C-4FBE-ABAC-FBAA446AC1E4}" dt="2024-04-24T10:21:30.039" v="1429" actId="1076"/>
          <ac:picMkLst>
            <pc:docMk/>
            <pc:sldMk cId="3423829263" sldId="268"/>
            <ac:picMk id="21" creationId="{38027257-63F8-791C-D63A-55C0A5321F6D}"/>
          </ac:picMkLst>
        </pc:picChg>
        <pc:picChg chg="add del mod">
          <ac:chgData name="Hui Yang" userId="72d5fd8bf877926f" providerId="LiveId" clId="{7479D363-2D5C-4FBE-ABAC-FBAA446AC1E4}" dt="2024-04-24T12:08:59.512" v="1654" actId="1076"/>
          <ac:picMkLst>
            <pc:docMk/>
            <pc:sldMk cId="3423829263" sldId="268"/>
            <ac:picMk id="23" creationId="{0F9E72CF-9A23-9F4F-2445-B1EC2129FE54}"/>
          </ac:picMkLst>
        </pc:picChg>
        <pc:picChg chg="add del mod">
          <ac:chgData name="Hui Yang" userId="72d5fd8bf877926f" providerId="LiveId" clId="{7479D363-2D5C-4FBE-ABAC-FBAA446AC1E4}" dt="2024-04-24T08:23:11.107" v="1367" actId="478"/>
          <ac:picMkLst>
            <pc:docMk/>
            <pc:sldMk cId="3423829263" sldId="268"/>
            <ac:picMk id="89" creationId="{B5B7B93C-8D7B-F7D9-A60A-E3C39562DA8E}"/>
          </ac:picMkLst>
        </pc:picChg>
        <pc:picChg chg="add mod modCrop">
          <ac:chgData name="Hui Yang" userId="72d5fd8bf877926f" providerId="LiveId" clId="{7479D363-2D5C-4FBE-ABAC-FBAA446AC1E4}" dt="2024-04-24T10:33:28.063" v="1609" actId="732"/>
          <ac:picMkLst>
            <pc:docMk/>
            <pc:sldMk cId="3423829263" sldId="268"/>
            <ac:picMk id="90" creationId="{FC576E0A-E2CF-9128-3B21-8B51AE4EECDB}"/>
          </ac:picMkLst>
        </pc:picChg>
        <pc:picChg chg="add del mod ord">
          <ac:chgData name="Hui Yang" userId="72d5fd8bf877926f" providerId="LiveId" clId="{7479D363-2D5C-4FBE-ABAC-FBAA446AC1E4}" dt="2024-04-24T10:25:26.387" v="1441" actId="478"/>
          <ac:picMkLst>
            <pc:docMk/>
            <pc:sldMk cId="3423829263" sldId="268"/>
            <ac:picMk id="92" creationId="{FBB7AECB-66AD-DB8A-D765-9C0C49009597}"/>
          </ac:picMkLst>
        </pc:picChg>
        <pc:picChg chg="add mod modCrop">
          <ac:chgData name="Hui Yang" userId="72d5fd8bf877926f" providerId="LiveId" clId="{7479D363-2D5C-4FBE-ABAC-FBAA446AC1E4}" dt="2024-04-24T10:25:45.726" v="1446" actId="1076"/>
          <ac:picMkLst>
            <pc:docMk/>
            <pc:sldMk cId="3423829263" sldId="268"/>
            <ac:picMk id="93" creationId="{48099670-BF5C-FA94-100B-35BDA3A480DD}"/>
          </ac:picMkLst>
        </pc:picChg>
        <pc:picChg chg="add mod ord modCrop">
          <ac:chgData name="Hui Yang" userId="72d5fd8bf877926f" providerId="LiveId" clId="{7479D363-2D5C-4FBE-ABAC-FBAA446AC1E4}" dt="2024-04-24T10:32:57.746" v="1608" actId="1038"/>
          <ac:picMkLst>
            <pc:docMk/>
            <pc:sldMk cId="3423829263" sldId="268"/>
            <ac:picMk id="96" creationId="{744D993A-6DA4-2A47-AFC4-39FB959E6B75}"/>
          </ac:picMkLst>
        </pc:picChg>
        <pc:cxnChg chg="add mod ord">
          <ac:chgData name="Hui Yang" userId="72d5fd8bf877926f" providerId="LiveId" clId="{7479D363-2D5C-4FBE-ABAC-FBAA446AC1E4}" dt="2024-04-24T10:36:56.325" v="1625" actId="13244"/>
          <ac:cxnSpMkLst>
            <pc:docMk/>
            <pc:sldMk cId="3423829263" sldId="268"/>
            <ac:cxnSpMk id="6" creationId="{1477A2A5-94EA-75E2-5F3C-30D8A6CE7FCA}"/>
          </ac:cxnSpMkLst>
        </pc:cxnChg>
        <pc:cxnChg chg="add mod ord">
          <ac:chgData name="Hui Yang" userId="72d5fd8bf877926f" providerId="LiveId" clId="{7479D363-2D5C-4FBE-ABAC-FBAA446AC1E4}" dt="2024-04-24T10:36:56.325" v="1625" actId="13244"/>
          <ac:cxnSpMkLst>
            <pc:docMk/>
            <pc:sldMk cId="3423829263" sldId="268"/>
            <ac:cxnSpMk id="7" creationId="{5483CF8E-05B3-5467-051C-89C2AC7E2FBB}"/>
          </ac:cxnSpMkLst>
        </pc:cxnChg>
        <pc:cxnChg chg="add mod">
          <ac:chgData name="Hui Yang" userId="72d5fd8bf877926f" providerId="LiveId" clId="{7479D363-2D5C-4FBE-ABAC-FBAA446AC1E4}" dt="2024-04-24T08:09:07.420" v="1290" actId="255"/>
          <ac:cxnSpMkLst>
            <pc:docMk/>
            <pc:sldMk cId="3423829263" sldId="268"/>
            <ac:cxnSpMk id="10" creationId="{75B822A3-2811-F2B0-488F-3CCE8127877C}"/>
          </ac:cxnSpMkLst>
        </pc:cxnChg>
        <pc:cxnChg chg="add del">
          <ac:chgData name="Hui Yang" userId="72d5fd8bf877926f" providerId="LiveId" clId="{7479D363-2D5C-4FBE-ABAC-FBAA446AC1E4}" dt="2024-04-24T06:13:59.881" v="507" actId="11529"/>
          <ac:cxnSpMkLst>
            <pc:docMk/>
            <pc:sldMk cId="3423829263" sldId="268"/>
            <ac:cxnSpMk id="11" creationId="{56A6D30C-8F3A-2E70-62BE-1D53A41AB534}"/>
          </ac:cxnSpMkLst>
        </pc:cxnChg>
        <pc:cxnChg chg="add del mod">
          <ac:chgData name="Hui Yang" userId="72d5fd8bf877926f" providerId="LiveId" clId="{7479D363-2D5C-4FBE-ABAC-FBAA446AC1E4}" dt="2024-04-24T06:15:22.798" v="528" actId="478"/>
          <ac:cxnSpMkLst>
            <pc:docMk/>
            <pc:sldMk cId="3423829263" sldId="268"/>
            <ac:cxnSpMk id="13" creationId="{BC5F17BB-30A0-FEC3-7B09-E1D44120D0BB}"/>
          </ac:cxnSpMkLst>
        </pc:cxnChg>
        <pc:cxnChg chg="add del mod">
          <ac:chgData name="Hui Yang" userId="72d5fd8bf877926f" providerId="LiveId" clId="{7479D363-2D5C-4FBE-ABAC-FBAA446AC1E4}" dt="2024-04-24T06:15:19.775" v="526" actId="478"/>
          <ac:cxnSpMkLst>
            <pc:docMk/>
            <pc:sldMk cId="3423829263" sldId="268"/>
            <ac:cxnSpMk id="15" creationId="{DD47C290-C887-DC71-7449-94C957ECDEBE}"/>
          </ac:cxnSpMkLst>
        </pc:cxnChg>
        <pc:cxnChg chg="add mod">
          <ac:chgData name="Hui Yang" userId="72d5fd8bf877926f" providerId="LiveId" clId="{7479D363-2D5C-4FBE-ABAC-FBAA446AC1E4}" dt="2024-04-24T08:10:46.063" v="1315" actId="1038"/>
          <ac:cxnSpMkLst>
            <pc:docMk/>
            <pc:sldMk cId="3423829263" sldId="268"/>
            <ac:cxnSpMk id="25" creationId="{C728150C-46D9-E3F5-3300-A5DB14AAB715}"/>
          </ac:cxnSpMkLst>
        </pc:cxnChg>
        <pc:cxnChg chg="add del mod">
          <ac:chgData name="Hui Yang" userId="72d5fd8bf877926f" providerId="LiveId" clId="{7479D363-2D5C-4FBE-ABAC-FBAA446AC1E4}" dt="2024-04-24T06:55:01.531" v="638" actId="11529"/>
          <ac:cxnSpMkLst>
            <pc:docMk/>
            <pc:sldMk cId="3423829263" sldId="268"/>
            <ac:cxnSpMk id="27" creationId="{DFF76DB6-E312-FFFA-F02D-D90132A7406D}"/>
          </ac:cxnSpMkLst>
        </pc:cxnChg>
        <pc:cxnChg chg="add mod">
          <ac:chgData name="Hui Yang" userId="72d5fd8bf877926f" providerId="LiveId" clId="{7479D363-2D5C-4FBE-ABAC-FBAA446AC1E4}" dt="2024-04-24T08:10:43.675" v="1305" actId="1038"/>
          <ac:cxnSpMkLst>
            <pc:docMk/>
            <pc:sldMk cId="3423829263" sldId="268"/>
            <ac:cxnSpMk id="29" creationId="{E6F7BBD7-3163-F511-5F7F-221A94DE9586}"/>
          </ac:cxnSpMkLst>
        </pc:cxnChg>
        <pc:cxnChg chg="add mod">
          <ac:chgData name="Hui Yang" userId="72d5fd8bf877926f" providerId="LiveId" clId="{7479D363-2D5C-4FBE-ABAC-FBAA446AC1E4}" dt="2024-04-24T08:11:11.998" v="1356" actId="14100"/>
          <ac:cxnSpMkLst>
            <pc:docMk/>
            <pc:sldMk cId="3423829263" sldId="268"/>
            <ac:cxnSpMk id="31" creationId="{9BDE69F3-A1C1-2C31-C31E-FBCD5F22B894}"/>
          </ac:cxnSpMkLst>
        </pc:cxnChg>
        <pc:cxnChg chg="add mod">
          <ac:chgData name="Hui Yang" userId="72d5fd8bf877926f" providerId="LiveId" clId="{7479D363-2D5C-4FBE-ABAC-FBAA446AC1E4}" dt="2024-04-24T08:10:55.026" v="1338" actId="1038"/>
          <ac:cxnSpMkLst>
            <pc:docMk/>
            <pc:sldMk cId="3423829263" sldId="268"/>
            <ac:cxnSpMk id="37" creationId="{AD57D99B-383F-DB1E-E75D-2F0C5D9C8DFD}"/>
          </ac:cxnSpMkLst>
        </pc:cxnChg>
        <pc:cxnChg chg="add mod">
          <ac:chgData name="Hui Yang" userId="72d5fd8bf877926f" providerId="LiveId" clId="{7479D363-2D5C-4FBE-ABAC-FBAA446AC1E4}" dt="2024-04-24T08:10:51.118" v="1328" actId="1038"/>
          <ac:cxnSpMkLst>
            <pc:docMk/>
            <pc:sldMk cId="3423829263" sldId="268"/>
            <ac:cxnSpMk id="38" creationId="{3834C4BE-7117-6B5F-1C84-70FB121586F9}"/>
          </ac:cxnSpMkLst>
        </pc:cxnChg>
        <pc:cxnChg chg="add mod">
          <ac:chgData name="Hui Yang" userId="72d5fd8bf877926f" providerId="LiveId" clId="{7479D363-2D5C-4FBE-ABAC-FBAA446AC1E4}" dt="2024-04-24T08:11:15.745" v="1357" actId="14100"/>
          <ac:cxnSpMkLst>
            <pc:docMk/>
            <pc:sldMk cId="3423829263" sldId="268"/>
            <ac:cxnSpMk id="40" creationId="{04EE4E91-C373-5FAA-1DF7-7D8855784D20}"/>
          </ac:cxnSpMkLst>
        </pc:cxnChg>
        <pc:cxnChg chg="add mod">
          <ac:chgData name="Hui Yang" userId="72d5fd8bf877926f" providerId="LiveId" clId="{7479D363-2D5C-4FBE-ABAC-FBAA446AC1E4}" dt="2024-04-24T08:11:03.473" v="1355" actId="1038"/>
          <ac:cxnSpMkLst>
            <pc:docMk/>
            <pc:sldMk cId="3423829263" sldId="268"/>
            <ac:cxnSpMk id="46" creationId="{7562C4B3-83F7-9E47-DD4A-79FA16856EDE}"/>
          </ac:cxnSpMkLst>
        </pc:cxnChg>
        <pc:cxnChg chg="add mod">
          <ac:chgData name="Hui Yang" userId="72d5fd8bf877926f" providerId="LiveId" clId="{7479D363-2D5C-4FBE-ABAC-FBAA446AC1E4}" dt="2024-04-24T08:10:58.852" v="1346" actId="1038"/>
          <ac:cxnSpMkLst>
            <pc:docMk/>
            <pc:sldMk cId="3423829263" sldId="268"/>
            <ac:cxnSpMk id="47" creationId="{DB14AA1B-3261-9854-6A78-0CC1B413C91F}"/>
          </ac:cxnSpMkLst>
        </pc:cxnChg>
        <pc:cxnChg chg="add mod">
          <ac:chgData name="Hui Yang" userId="72d5fd8bf877926f" providerId="LiveId" clId="{7479D363-2D5C-4FBE-ABAC-FBAA446AC1E4}" dt="2024-04-24T08:11:21.129" v="1358" actId="14100"/>
          <ac:cxnSpMkLst>
            <pc:docMk/>
            <pc:sldMk cId="3423829263" sldId="268"/>
            <ac:cxnSpMk id="49" creationId="{E656139B-CD5D-E058-E320-5757BC2B46AD}"/>
          </ac:cxnSpMkLst>
        </pc:cxnChg>
        <pc:cxnChg chg="add del">
          <ac:chgData name="Hui Yang" userId="72d5fd8bf877926f" providerId="LiveId" clId="{7479D363-2D5C-4FBE-ABAC-FBAA446AC1E4}" dt="2024-04-24T07:37:10.299" v="943" actId="11529"/>
          <ac:cxnSpMkLst>
            <pc:docMk/>
            <pc:sldMk cId="3423829263" sldId="268"/>
            <ac:cxnSpMk id="65" creationId="{F9BB34D5-793A-5347-EBF6-ADE0C7FA56C8}"/>
          </ac:cxnSpMkLst>
        </pc:cxnChg>
      </pc:sldChg>
      <pc:sldChg chg="addSp delSp modSp mod modTransition modAnim modNotesTx">
        <pc:chgData name="Hui Yang" userId="72d5fd8bf877926f" providerId="LiveId" clId="{7479D363-2D5C-4FBE-ABAC-FBAA446AC1E4}" dt="2024-05-07T07:41:45.020" v="26434" actId="20577"/>
        <pc:sldMkLst>
          <pc:docMk/>
          <pc:sldMk cId="279626745" sldId="269"/>
        </pc:sldMkLst>
        <pc:spChg chg="mod">
          <ac:chgData name="Hui Yang" userId="72d5fd8bf877926f" providerId="LiveId" clId="{7479D363-2D5C-4FBE-ABAC-FBAA446AC1E4}" dt="2024-04-29T08:19:55.921" v="19729"/>
          <ac:spMkLst>
            <pc:docMk/>
            <pc:sldMk cId="279626745" sldId="269"/>
            <ac:spMk id="2" creationId="{C0034ED3-F69E-4FDF-4BCA-3C316FC4790C}"/>
          </ac:spMkLst>
        </pc:spChg>
        <pc:spChg chg="del">
          <ac:chgData name="Hui Yang" userId="72d5fd8bf877926f" providerId="LiveId" clId="{7479D363-2D5C-4FBE-ABAC-FBAA446AC1E4}" dt="2024-04-24T12:13:34.910" v="1811" actId="478"/>
          <ac:spMkLst>
            <pc:docMk/>
            <pc:sldMk cId="279626745" sldId="269"/>
            <ac:spMk id="3" creationId="{F05F646F-AED7-75ED-7E6E-504224969732}"/>
          </ac:spMkLst>
        </pc:spChg>
        <pc:spChg chg="add mod">
          <ac:chgData name="Hui Yang" userId="72d5fd8bf877926f" providerId="LiveId" clId="{7479D363-2D5C-4FBE-ABAC-FBAA446AC1E4}" dt="2024-05-06T11:21:26.562" v="23423" actId="1076"/>
          <ac:spMkLst>
            <pc:docMk/>
            <pc:sldMk cId="279626745" sldId="269"/>
            <ac:spMk id="5" creationId="{64785D57-9E0B-8B6B-2A9C-761BD0E3A174}"/>
          </ac:spMkLst>
        </pc:spChg>
        <pc:spChg chg="add mod topLvl">
          <ac:chgData name="Hui Yang" userId="72d5fd8bf877926f" providerId="LiveId" clId="{7479D363-2D5C-4FBE-ABAC-FBAA446AC1E4}" dt="2024-04-24T12:21:29.263" v="1942" actId="164"/>
          <ac:spMkLst>
            <pc:docMk/>
            <pc:sldMk cId="279626745" sldId="269"/>
            <ac:spMk id="8" creationId="{EAE43800-3275-8CFC-B1C5-7A51B23C1AA6}"/>
          </ac:spMkLst>
        </pc:spChg>
        <pc:spChg chg="add mod topLvl">
          <ac:chgData name="Hui Yang" userId="72d5fd8bf877926f" providerId="LiveId" clId="{7479D363-2D5C-4FBE-ABAC-FBAA446AC1E4}" dt="2024-04-24T12:21:29.263" v="1942" actId="164"/>
          <ac:spMkLst>
            <pc:docMk/>
            <pc:sldMk cId="279626745" sldId="269"/>
            <ac:spMk id="9" creationId="{0830266A-585F-9B2D-77D3-998FC8E970D9}"/>
          </ac:spMkLst>
        </pc:spChg>
        <pc:spChg chg="add mod topLvl">
          <ac:chgData name="Hui Yang" userId="72d5fd8bf877926f" providerId="LiveId" clId="{7479D363-2D5C-4FBE-ABAC-FBAA446AC1E4}" dt="2024-04-24T12:21:30.617" v="1943" actId="164"/>
          <ac:spMkLst>
            <pc:docMk/>
            <pc:sldMk cId="279626745" sldId="269"/>
            <ac:spMk id="10" creationId="{612707A5-A170-8B68-D545-CF7CD8959792}"/>
          </ac:spMkLst>
        </pc:spChg>
        <pc:spChg chg="add mod topLvl">
          <ac:chgData name="Hui Yang" userId="72d5fd8bf877926f" providerId="LiveId" clId="{7479D363-2D5C-4FBE-ABAC-FBAA446AC1E4}" dt="2024-04-24T12:21:30.617" v="1943" actId="164"/>
          <ac:spMkLst>
            <pc:docMk/>
            <pc:sldMk cId="279626745" sldId="269"/>
            <ac:spMk id="11" creationId="{BF9CE622-DBF8-6040-70AC-A59496CCAD40}"/>
          </ac:spMkLst>
        </pc:spChg>
        <pc:spChg chg="mod topLvl">
          <ac:chgData name="Hui Yang" userId="72d5fd8bf877926f" providerId="LiveId" clId="{7479D363-2D5C-4FBE-ABAC-FBAA446AC1E4}" dt="2024-04-29T07:33:14.338" v="19320" actId="164"/>
          <ac:spMkLst>
            <pc:docMk/>
            <pc:sldMk cId="279626745" sldId="269"/>
            <ac:spMk id="15" creationId="{C8C8BFC2-2930-D507-7B2B-65EF77D2618B}"/>
          </ac:spMkLst>
        </pc:spChg>
        <pc:spChg chg="del mod topLvl">
          <ac:chgData name="Hui Yang" userId="72d5fd8bf877926f" providerId="LiveId" clId="{7479D363-2D5C-4FBE-ABAC-FBAA446AC1E4}" dt="2024-04-24T12:18:44.316" v="1902" actId="478"/>
          <ac:spMkLst>
            <pc:docMk/>
            <pc:sldMk cId="279626745" sldId="269"/>
            <ac:spMk id="16" creationId="{00384D4C-2D84-A82D-5DE0-A7700D2AC1A5}"/>
          </ac:spMkLst>
        </pc:spChg>
        <pc:spChg chg="add mod">
          <ac:chgData name="Hui Yang" userId="72d5fd8bf877926f" providerId="LiveId" clId="{7479D363-2D5C-4FBE-ABAC-FBAA446AC1E4}" dt="2024-05-06T14:01:57.604" v="24250" actId="20577"/>
          <ac:spMkLst>
            <pc:docMk/>
            <pc:sldMk cId="279626745" sldId="269"/>
            <ac:spMk id="19" creationId="{545A1F26-0961-5B2D-DA97-F6F56562128A}"/>
          </ac:spMkLst>
        </pc:spChg>
        <pc:spChg chg="add mod">
          <ac:chgData name="Hui Yang" userId="72d5fd8bf877926f" providerId="LiveId" clId="{7479D363-2D5C-4FBE-ABAC-FBAA446AC1E4}" dt="2024-04-29T07:33:31.999" v="19326" actId="1076"/>
          <ac:spMkLst>
            <pc:docMk/>
            <pc:sldMk cId="279626745" sldId="269"/>
            <ac:spMk id="25" creationId="{F4151974-BC9D-FF6A-BD46-2BFB5C6D758B}"/>
          </ac:spMkLst>
        </pc:spChg>
        <pc:spChg chg="add mod">
          <ac:chgData name="Hui Yang" userId="72d5fd8bf877926f" providerId="LiveId" clId="{7479D363-2D5C-4FBE-ABAC-FBAA446AC1E4}" dt="2024-04-29T07:33:31.999" v="19326" actId="1076"/>
          <ac:spMkLst>
            <pc:docMk/>
            <pc:sldMk cId="279626745" sldId="269"/>
            <ac:spMk id="26" creationId="{EE01A13C-C2DC-42BF-2515-F3A4CD1152DA}"/>
          </ac:spMkLst>
        </pc:spChg>
        <pc:spChg chg="add mod">
          <ac:chgData name="Hui Yang" userId="72d5fd8bf877926f" providerId="LiveId" clId="{7479D363-2D5C-4FBE-ABAC-FBAA446AC1E4}" dt="2024-04-29T07:33:31.999" v="19326" actId="1076"/>
          <ac:spMkLst>
            <pc:docMk/>
            <pc:sldMk cId="279626745" sldId="269"/>
            <ac:spMk id="27" creationId="{95DC8AC3-1D92-1D76-BD22-E09AC01AEEF8}"/>
          </ac:spMkLst>
        </pc:spChg>
        <pc:spChg chg="add mod">
          <ac:chgData name="Hui Yang" userId="72d5fd8bf877926f" providerId="LiveId" clId="{7479D363-2D5C-4FBE-ABAC-FBAA446AC1E4}" dt="2024-04-29T07:33:31.999" v="19326" actId="1076"/>
          <ac:spMkLst>
            <pc:docMk/>
            <pc:sldMk cId="279626745" sldId="269"/>
            <ac:spMk id="28" creationId="{B562CFBE-4B38-E6FA-677A-5B2052166FEF}"/>
          </ac:spMkLst>
        </pc:spChg>
        <pc:spChg chg="add mod">
          <ac:chgData name="Hui Yang" userId="72d5fd8bf877926f" providerId="LiveId" clId="{7479D363-2D5C-4FBE-ABAC-FBAA446AC1E4}" dt="2024-04-24T12:40:40.773" v="2303" actId="1076"/>
          <ac:spMkLst>
            <pc:docMk/>
            <pc:sldMk cId="279626745" sldId="269"/>
            <ac:spMk id="29" creationId="{10508F6E-1813-44F4-51C7-6D10B4F1712A}"/>
          </ac:spMkLst>
        </pc:spChg>
        <pc:spChg chg="add mod">
          <ac:chgData name="Hui Yang" userId="72d5fd8bf877926f" providerId="LiveId" clId="{7479D363-2D5C-4FBE-ABAC-FBAA446AC1E4}" dt="2024-04-24T12:40:40.773" v="2303" actId="1076"/>
          <ac:spMkLst>
            <pc:docMk/>
            <pc:sldMk cId="279626745" sldId="269"/>
            <ac:spMk id="30" creationId="{95C67A86-DB35-6189-7EDB-F57D392E2B00}"/>
          </ac:spMkLst>
        </pc:spChg>
        <pc:spChg chg="add mod">
          <ac:chgData name="Hui Yang" userId="72d5fd8bf877926f" providerId="LiveId" clId="{7479D363-2D5C-4FBE-ABAC-FBAA446AC1E4}" dt="2024-04-25T11:57:42.538" v="6444" actId="1076"/>
          <ac:spMkLst>
            <pc:docMk/>
            <pc:sldMk cId="279626745" sldId="269"/>
            <ac:spMk id="35" creationId="{2740860F-5DF5-BE45-EB03-5322CD00D459}"/>
          </ac:spMkLst>
        </pc:spChg>
        <pc:spChg chg="add mod">
          <ac:chgData name="Hui Yang" userId="72d5fd8bf877926f" providerId="LiveId" clId="{7479D363-2D5C-4FBE-ABAC-FBAA446AC1E4}" dt="2024-04-24T12:53:13.885" v="2373" actId="164"/>
          <ac:spMkLst>
            <pc:docMk/>
            <pc:sldMk cId="279626745" sldId="269"/>
            <ac:spMk id="37" creationId="{84AEC2CB-61C7-E66B-0634-55EE964AFDB9}"/>
          </ac:spMkLst>
        </pc:spChg>
        <pc:spChg chg="add del">
          <ac:chgData name="Hui Yang" userId="72d5fd8bf877926f" providerId="LiveId" clId="{7479D363-2D5C-4FBE-ABAC-FBAA446AC1E4}" dt="2024-04-24T12:52:08.639" v="2353" actId="11529"/>
          <ac:spMkLst>
            <pc:docMk/>
            <pc:sldMk cId="279626745" sldId="269"/>
            <ac:spMk id="38" creationId="{8B38F097-2F33-28B7-A52E-19D0F37E3E80}"/>
          </ac:spMkLst>
        </pc:spChg>
        <pc:spChg chg="add mod topLvl">
          <ac:chgData name="Hui Yang" userId="72d5fd8bf877926f" providerId="LiveId" clId="{7479D363-2D5C-4FBE-ABAC-FBAA446AC1E4}" dt="2024-04-24T13:07:06.844" v="2480" actId="478"/>
          <ac:spMkLst>
            <pc:docMk/>
            <pc:sldMk cId="279626745" sldId="269"/>
            <ac:spMk id="39" creationId="{238878F2-BC09-E999-B6C9-CAE34F7A02BF}"/>
          </ac:spMkLst>
        </pc:spChg>
        <pc:spChg chg="add mod">
          <ac:chgData name="Hui Yang" userId="72d5fd8bf877926f" providerId="LiveId" clId="{7479D363-2D5C-4FBE-ABAC-FBAA446AC1E4}" dt="2024-04-24T12:53:30.580" v="2380" actId="14100"/>
          <ac:spMkLst>
            <pc:docMk/>
            <pc:sldMk cId="279626745" sldId="269"/>
            <ac:spMk id="43" creationId="{C920D6D6-1FAC-4F3A-3823-8B953342010E}"/>
          </ac:spMkLst>
        </pc:spChg>
        <pc:spChg chg="mod">
          <ac:chgData name="Hui Yang" userId="72d5fd8bf877926f" providerId="LiveId" clId="{7479D363-2D5C-4FBE-ABAC-FBAA446AC1E4}" dt="2024-04-24T12:59:23.180" v="2444" actId="207"/>
          <ac:spMkLst>
            <pc:docMk/>
            <pc:sldMk cId="279626745" sldId="269"/>
            <ac:spMk id="48" creationId="{F414E055-A032-6F31-7074-9016CC8A830F}"/>
          </ac:spMkLst>
        </pc:spChg>
        <pc:spChg chg="mod">
          <ac:chgData name="Hui Yang" userId="72d5fd8bf877926f" providerId="LiveId" clId="{7479D363-2D5C-4FBE-ABAC-FBAA446AC1E4}" dt="2024-04-24T12:59:28.275" v="2445" actId="207"/>
          <ac:spMkLst>
            <pc:docMk/>
            <pc:sldMk cId="279626745" sldId="269"/>
            <ac:spMk id="49" creationId="{A4C80CB4-0FDF-A573-51FC-1AB4470608B1}"/>
          </ac:spMkLst>
        </pc:spChg>
        <pc:spChg chg="add mod ord">
          <ac:chgData name="Hui Yang" userId="72d5fd8bf877926f" providerId="LiveId" clId="{7479D363-2D5C-4FBE-ABAC-FBAA446AC1E4}" dt="2024-04-24T13:10:08.362" v="2528" actId="164"/>
          <ac:spMkLst>
            <pc:docMk/>
            <pc:sldMk cId="279626745" sldId="269"/>
            <ac:spMk id="54" creationId="{B0079A00-C23D-DD2D-CB69-E63C687ABB42}"/>
          </ac:spMkLst>
        </pc:spChg>
        <pc:grpChg chg="add mod">
          <ac:chgData name="Hui Yang" userId="72d5fd8bf877926f" providerId="LiveId" clId="{7479D363-2D5C-4FBE-ABAC-FBAA446AC1E4}" dt="2024-04-29T07:33:20.295" v="19322" actId="1076"/>
          <ac:grpSpMkLst>
            <pc:docMk/>
            <pc:sldMk cId="279626745" sldId="269"/>
            <ac:grpSpMk id="3" creationId="{FE3D7647-6572-AE65-1623-ACA9756A9EC6}"/>
          </ac:grpSpMkLst>
        </pc:grpChg>
        <pc:grpChg chg="add del mod">
          <ac:chgData name="Hui Yang" userId="72d5fd8bf877926f" providerId="LiveId" clId="{7479D363-2D5C-4FBE-ABAC-FBAA446AC1E4}" dt="2024-04-24T12:21:07.223" v="1932" actId="165"/>
          <ac:grpSpMkLst>
            <pc:docMk/>
            <pc:sldMk cId="279626745" sldId="269"/>
            <ac:grpSpMk id="12" creationId="{58714A38-B7BF-42CF-9996-A661CC78FAB1}"/>
          </ac:grpSpMkLst>
        </pc:grpChg>
        <pc:grpChg chg="add del mod">
          <ac:chgData name="Hui Yang" userId="72d5fd8bf877926f" providerId="LiveId" clId="{7479D363-2D5C-4FBE-ABAC-FBAA446AC1E4}" dt="2024-04-24T12:21:08.228" v="1933" actId="165"/>
          <ac:grpSpMkLst>
            <pc:docMk/>
            <pc:sldMk cId="279626745" sldId="269"/>
            <ac:grpSpMk id="13" creationId="{C914662B-CCB5-5BE8-2D0C-77096AA98E0B}"/>
          </ac:grpSpMkLst>
        </pc:grpChg>
        <pc:grpChg chg="add del mod">
          <ac:chgData name="Hui Yang" userId="72d5fd8bf877926f" providerId="LiveId" clId="{7479D363-2D5C-4FBE-ABAC-FBAA446AC1E4}" dt="2024-04-24T12:18:44.316" v="1902" actId="478"/>
          <ac:grpSpMkLst>
            <pc:docMk/>
            <pc:sldMk cId="279626745" sldId="269"/>
            <ac:grpSpMk id="14" creationId="{F904CA89-21BB-6EC3-B7DA-34FD82503FD6}"/>
          </ac:grpSpMkLst>
        </pc:grpChg>
        <pc:grpChg chg="add mod">
          <ac:chgData name="Hui Yang" userId="72d5fd8bf877926f" providerId="LiveId" clId="{7479D363-2D5C-4FBE-ABAC-FBAA446AC1E4}" dt="2024-04-29T07:33:14.338" v="19320" actId="164"/>
          <ac:grpSpMkLst>
            <pc:docMk/>
            <pc:sldMk cId="279626745" sldId="269"/>
            <ac:grpSpMk id="17" creationId="{402E8037-55D2-3F3F-6FD1-001DD2BEBFF3}"/>
          </ac:grpSpMkLst>
        </pc:grpChg>
        <pc:grpChg chg="add mod">
          <ac:chgData name="Hui Yang" userId="72d5fd8bf877926f" providerId="LiveId" clId="{7479D363-2D5C-4FBE-ABAC-FBAA446AC1E4}" dt="2024-04-29T07:33:14.338" v="19320" actId="164"/>
          <ac:grpSpMkLst>
            <pc:docMk/>
            <pc:sldMk cId="279626745" sldId="269"/>
            <ac:grpSpMk id="18" creationId="{1BA00990-F62A-7898-6502-4E78AAA2B3B0}"/>
          </ac:grpSpMkLst>
        </pc:grpChg>
        <pc:grpChg chg="add mod">
          <ac:chgData name="Hui Yang" userId="72d5fd8bf877926f" providerId="LiveId" clId="{7479D363-2D5C-4FBE-ABAC-FBAA446AC1E4}" dt="2024-04-29T07:33:24.305" v="19324" actId="1076"/>
          <ac:grpSpMkLst>
            <pc:docMk/>
            <pc:sldMk cId="279626745" sldId="269"/>
            <ac:grpSpMk id="36" creationId="{59D63207-65C1-A5A3-63D9-5CD4C5977072}"/>
          </ac:grpSpMkLst>
        </pc:grpChg>
        <pc:grpChg chg="add del mod ord">
          <ac:chgData name="Hui Yang" userId="72d5fd8bf877926f" providerId="LiveId" clId="{7479D363-2D5C-4FBE-ABAC-FBAA446AC1E4}" dt="2024-04-24T13:08:11.426" v="2499" actId="478"/>
          <ac:grpSpMkLst>
            <pc:docMk/>
            <pc:sldMk cId="279626745" sldId="269"/>
            <ac:grpSpMk id="40" creationId="{C2566385-3EA5-D0EF-F9E0-986B2931385F}"/>
          </ac:grpSpMkLst>
        </pc:grpChg>
        <pc:grpChg chg="add mod">
          <ac:chgData name="Hui Yang" userId="72d5fd8bf877926f" providerId="LiveId" clId="{7479D363-2D5C-4FBE-ABAC-FBAA446AC1E4}" dt="2024-04-29T07:33:31.999" v="19326" actId="1076"/>
          <ac:grpSpMkLst>
            <pc:docMk/>
            <pc:sldMk cId="279626745" sldId="269"/>
            <ac:grpSpMk id="44" creationId="{2377ED85-E389-BC60-BF3D-DC569F06DB06}"/>
          </ac:grpSpMkLst>
        </pc:grpChg>
        <pc:grpChg chg="add mod">
          <ac:chgData name="Hui Yang" userId="72d5fd8bf877926f" providerId="LiveId" clId="{7479D363-2D5C-4FBE-ABAC-FBAA446AC1E4}" dt="2024-04-29T07:33:31.999" v="19326" actId="1076"/>
          <ac:grpSpMkLst>
            <pc:docMk/>
            <pc:sldMk cId="279626745" sldId="269"/>
            <ac:grpSpMk id="47" creationId="{62CCCE18-82B2-0702-CC67-D8CC81D1278C}"/>
          </ac:grpSpMkLst>
        </pc:grpChg>
        <pc:grpChg chg="add mod">
          <ac:chgData name="Hui Yang" userId="72d5fd8bf877926f" providerId="LiveId" clId="{7479D363-2D5C-4FBE-ABAC-FBAA446AC1E4}" dt="2024-04-29T07:33:31.999" v="19326" actId="1076"/>
          <ac:grpSpMkLst>
            <pc:docMk/>
            <pc:sldMk cId="279626745" sldId="269"/>
            <ac:grpSpMk id="55" creationId="{E4F05B36-69F1-1C46-9A0A-C46522BE85DD}"/>
          </ac:grpSpMkLst>
        </pc:grpChg>
        <pc:picChg chg="add mod">
          <ac:chgData name="Hui Yang" userId="72d5fd8bf877926f" providerId="LiveId" clId="{7479D363-2D5C-4FBE-ABAC-FBAA446AC1E4}" dt="2024-04-24T12:43:39.120" v="2329" actId="164"/>
          <ac:picMkLst>
            <pc:docMk/>
            <pc:sldMk cId="279626745" sldId="269"/>
            <ac:picMk id="6" creationId="{E6719118-7E64-7FB5-82D7-5ABFC4B02CC5}"/>
          </ac:picMkLst>
        </pc:picChg>
        <pc:picChg chg="add mod">
          <ac:chgData name="Hui Yang" userId="72d5fd8bf877926f" providerId="LiveId" clId="{7479D363-2D5C-4FBE-ABAC-FBAA446AC1E4}" dt="2024-04-29T07:33:08.123" v="19319" actId="14100"/>
          <ac:picMkLst>
            <pc:docMk/>
            <pc:sldMk cId="279626745" sldId="269"/>
            <ac:picMk id="7" creationId="{D7165A43-F904-28EA-2FF1-B3A452FC97AD}"/>
          </ac:picMkLst>
        </pc:picChg>
        <pc:picChg chg="add del mod topLvl">
          <ac:chgData name="Hui Yang" userId="72d5fd8bf877926f" providerId="LiveId" clId="{7479D363-2D5C-4FBE-ABAC-FBAA446AC1E4}" dt="2024-04-24T13:07:56.205" v="2498" actId="478"/>
          <ac:picMkLst>
            <pc:docMk/>
            <pc:sldMk cId="279626745" sldId="269"/>
            <ac:picMk id="21" creationId="{9E43A048-4114-E00B-BF78-7DA250C772D1}"/>
          </ac:picMkLst>
        </pc:picChg>
        <pc:picChg chg="add mod ord modVis">
          <ac:chgData name="Hui Yang" userId="72d5fd8bf877926f" providerId="LiveId" clId="{7479D363-2D5C-4FBE-ABAC-FBAA446AC1E4}" dt="2024-04-29T07:33:31.999" v="19326" actId="1076"/>
          <ac:picMkLst>
            <pc:docMk/>
            <pc:sldMk cId="279626745" sldId="269"/>
            <ac:picMk id="22" creationId="{BEA66B22-2AF3-F921-3750-44BD44878734}"/>
          </ac:picMkLst>
        </pc:picChg>
        <pc:picChg chg="add mod ord">
          <ac:chgData name="Hui Yang" userId="72d5fd8bf877926f" providerId="LiveId" clId="{7479D363-2D5C-4FBE-ABAC-FBAA446AC1E4}" dt="2024-04-29T07:33:31.999" v="19326" actId="1076"/>
          <ac:picMkLst>
            <pc:docMk/>
            <pc:sldMk cId="279626745" sldId="269"/>
            <ac:picMk id="23" creationId="{0BBD0AD2-85B7-1A23-1B9D-AFD6FDABA449}"/>
          </ac:picMkLst>
        </pc:picChg>
        <pc:picChg chg="add mod ord modVis">
          <ac:chgData name="Hui Yang" userId="72d5fd8bf877926f" providerId="LiveId" clId="{7479D363-2D5C-4FBE-ABAC-FBAA446AC1E4}" dt="2024-04-29T07:33:31.999" v="19326" actId="1076"/>
          <ac:picMkLst>
            <pc:docMk/>
            <pc:sldMk cId="279626745" sldId="269"/>
            <ac:picMk id="24" creationId="{95EA1B0D-E8C6-CEC2-FDBB-851A5A5FA67D}"/>
          </ac:picMkLst>
        </pc:picChg>
        <pc:picChg chg="add mod ord">
          <ac:chgData name="Hui Yang" userId="72d5fd8bf877926f" providerId="LiveId" clId="{7479D363-2D5C-4FBE-ABAC-FBAA446AC1E4}" dt="2024-04-29T07:33:31.999" v="19326" actId="1076"/>
          <ac:picMkLst>
            <pc:docMk/>
            <pc:sldMk cId="279626745" sldId="269"/>
            <ac:picMk id="45" creationId="{4CAB5B97-F57C-A725-4999-04E348D73EFD}"/>
          </ac:picMkLst>
        </pc:picChg>
        <pc:picChg chg="add mod ord">
          <ac:chgData name="Hui Yang" userId="72d5fd8bf877926f" providerId="LiveId" clId="{7479D363-2D5C-4FBE-ABAC-FBAA446AC1E4}" dt="2024-04-29T07:33:31.999" v="19326" actId="1076"/>
          <ac:picMkLst>
            <pc:docMk/>
            <pc:sldMk cId="279626745" sldId="269"/>
            <ac:picMk id="46" creationId="{6111224D-5DD1-CBFA-3272-301C2B437A82}"/>
          </ac:picMkLst>
        </pc:picChg>
        <pc:picChg chg="add mod ord">
          <ac:chgData name="Hui Yang" userId="72d5fd8bf877926f" providerId="LiveId" clId="{7479D363-2D5C-4FBE-ABAC-FBAA446AC1E4}" dt="2024-04-24T13:07:55.832" v="2497"/>
          <ac:picMkLst>
            <pc:docMk/>
            <pc:sldMk cId="279626745" sldId="269"/>
            <ac:picMk id="51" creationId="{E58DD118-BAEE-FE38-B2E2-A26BD8D52590}"/>
          </ac:picMkLst>
        </pc:picChg>
        <pc:picChg chg="add mod ord">
          <ac:chgData name="Hui Yang" userId="72d5fd8bf877926f" providerId="LiveId" clId="{7479D363-2D5C-4FBE-ABAC-FBAA446AC1E4}" dt="2024-04-24T13:10:08.362" v="2528" actId="164"/>
          <ac:picMkLst>
            <pc:docMk/>
            <pc:sldMk cId="279626745" sldId="269"/>
            <ac:picMk id="53" creationId="{CCC930CD-0ABD-C513-04B8-6145C6EC6CEB}"/>
          </ac:picMkLst>
        </pc:picChg>
        <pc:cxnChg chg="add mod">
          <ac:chgData name="Hui Yang" userId="72d5fd8bf877926f" providerId="LiveId" clId="{7479D363-2D5C-4FBE-ABAC-FBAA446AC1E4}" dt="2024-04-29T07:33:05.443" v="19318" actId="1076"/>
          <ac:cxnSpMkLst>
            <pc:docMk/>
            <pc:sldMk cId="279626745" sldId="269"/>
            <ac:cxnSpMk id="32" creationId="{30C13093-8E60-DDD1-3C2C-1BBBE4EF4A22}"/>
          </ac:cxnSpMkLst>
        </pc:cxnChg>
        <pc:cxnChg chg="add mod">
          <ac:chgData name="Hui Yang" userId="72d5fd8bf877926f" providerId="LiveId" clId="{7479D363-2D5C-4FBE-ABAC-FBAA446AC1E4}" dt="2024-04-24T12:43:39.120" v="2329" actId="164"/>
          <ac:cxnSpMkLst>
            <pc:docMk/>
            <pc:sldMk cId="279626745" sldId="269"/>
            <ac:cxnSpMk id="34" creationId="{525B35FE-7112-28FC-9C14-E59916F2DB8B}"/>
          </ac:cxnSpMkLst>
        </pc:cxnChg>
        <pc:cxnChg chg="add del">
          <ac:chgData name="Hui Yang" userId="72d5fd8bf877926f" providerId="LiveId" clId="{7479D363-2D5C-4FBE-ABAC-FBAA446AC1E4}" dt="2024-04-24T12:52:40.035" v="2364" actId="11529"/>
          <ac:cxnSpMkLst>
            <pc:docMk/>
            <pc:sldMk cId="279626745" sldId="269"/>
            <ac:cxnSpMk id="42" creationId="{74CC8874-8106-8A7C-3E13-D3F077265F52}"/>
          </ac:cxnSpMkLst>
        </pc:cxnChg>
      </pc:sldChg>
      <pc:sldChg chg="addSp delSp modSp mod modTransition modAnim modNotesTx">
        <pc:chgData name="Hui Yang" userId="72d5fd8bf877926f" providerId="LiveId" clId="{7479D363-2D5C-4FBE-ABAC-FBAA446AC1E4}" dt="2024-05-07T12:14:10.579" v="28429" actId="20577"/>
        <pc:sldMkLst>
          <pc:docMk/>
          <pc:sldMk cId="3870133657" sldId="270"/>
        </pc:sldMkLst>
        <pc:spChg chg="mod">
          <ac:chgData name="Hui Yang" userId="72d5fd8bf877926f" providerId="LiveId" clId="{7479D363-2D5C-4FBE-ABAC-FBAA446AC1E4}" dt="2024-05-06T11:43:45.004" v="23776" actId="20577"/>
          <ac:spMkLst>
            <pc:docMk/>
            <pc:sldMk cId="3870133657" sldId="270"/>
            <ac:spMk id="2" creationId="{C0034ED3-F69E-4FDF-4BCA-3C316FC4790C}"/>
          </ac:spMkLst>
        </pc:spChg>
        <pc:spChg chg="del">
          <ac:chgData name="Hui Yang" userId="72d5fd8bf877926f" providerId="LiveId" clId="{7479D363-2D5C-4FBE-ABAC-FBAA446AC1E4}" dt="2024-04-24T12:49:21.268" v="2343" actId="478"/>
          <ac:spMkLst>
            <pc:docMk/>
            <pc:sldMk cId="3870133657" sldId="270"/>
            <ac:spMk id="3" creationId="{F05F646F-AED7-75ED-7E6E-504224969732}"/>
          </ac:spMkLst>
        </pc:spChg>
        <pc:spChg chg="add mod">
          <ac:chgData name="Hui Yang" userId="72d5fd8bf877926f" providerId="LiveId" clId="{7479D363-2D5C-4FBE-ABAC-FBAA446AC1E4}" dt="2024-04-24T13:21:36.970" v="2625" actId="1076"/>
          <ac:spMkLst>
            <pc:docMk/>
            <pc:sldMk cId="3870133657" sldId="270"/>
            <ac:spMk id="9" creationId="{5A8AF71E-D550-6C01-2E06-2F11E57AE11D}"/>
          </ac:spMkLst>
        </pc:spChg>
        <pc:spChg chg="add mod">
          <ac:chgData name="Hui Yang" userId="72d5fd8bf877926f" providerId="LiveId" clId="{7479D363-2D5C-4FBE-ABAC-FBAA446AC1E4}" dt="2024-04-24T13:21:36.970" v="2625" actId="1076"/>
          <ac:spMkLst>
            <pc:docMk/>
            <pc:sldMk cId="3870133657" sldId="270"/>
            <ac:spMk id="10" creationId="{D01CCA2A-F97A-0779-07DB-C83B78FF627C}"/>
          </ac:spMkLst>
        </pc:spChg>
        <pc:spChg chg="add mod">
          <ac:chgData name="Hui Yang" userId="72d5fd8bf877926f" providerId="LiveId" clId="{7479D363-2D5C-4FBE-ABAC-FBAA446AC1E4}" dt="2024-04-24T13:21:41.659" v="2626" actId="1076"/>
          <ac:spMkLst>
            <pc:docMk/>
            <pc:sldMk cId="3870133657" sldId="270"/>
            <ac:spMk id="11" creationId="{9F457D6F-D735-BDE7-71DE-31D0C5EF2D62}"/>
          </ac:spMkLst>
        </pc:spChg>
        <pc:spChg chg="add mod">
          <ac:chgData name="Hui Yang" userId="72d5fd8bf877926f" providerId="LiveId" clId="{7479D363-2D5C-4FBE-ABAC-FBAA446AC1E4}" dt="2024-04-24T13:21:41.659" v="2626" actId="1076"/>
          <ac:spMkLst>
            <pc:docMk/>
            <pc:sldMk cId="3870133657" sldId="270"/>
            <ac:spMk id="12" creationId="{06495946-16F0-B80F-91BA-F1E4A13B12CC}"/>
          </ac:spMkLst>
        </pc:spChg>
        <pc:spChg chg="add mod">
          <ac:chgData name="Hui Yang" userId="72d5fd8bf877926f" providerId="LiveId" clId="{7479D363-2D5C-4FBE-ABAC-FBAA446AC1E4}" dt="2024-05-07T07:46:19.809" v="26803" actId="1035"/>
          <ac:spMkLst>
            <pc:docMk/>
            <pc:sldMk cId="3870133657" sldId="270"/>
            <ac:spMk id="13" creationId="{0A947E98-475C-72FD-EEAE-6FAE2EFA99F6}"/>
          </ac:spMkLst>
        </pc:spChg>
        <pc:spChg chg="add mod">
          <ac:chgData name="Hui Yang" userId="72d5fd8bf877926f" providerId="LiveId" clId="{7479D363-2D5C-4FBE-ABAC-FBAA446AC1E4}" dt="2024-05-07T07:46:19.809" v="26803" actId="1035"/>
          <ac:spMkLst>
            <pc:docMk/>
            <pc:sldMk cId="3870133657" sldId="270"/>
            <ac:spMk id="14" creationId="{41A8E916-D09D-974C-6E6D-89F8065D3448}"/>
          </ac:spMkLst>
        </pc:spChg>
        <pc:picChg chg="add mod">
          <ac:chgData name="Hui Yang" userId="72d5fd8bf877926f" providerId="LiveId" clId="{7479D363-2D5C-4FBE-ABAC-FBAA446AC1E4}" dt="2024-04-24T13:21:36.970" v="2625" actId="1076"/>
          <ac:picMkLst>
            <pc:docMk/>
            <pc:sldMk cId="3870133657" sldId="270"/>
            <ac:picMk id="6" creationId="{96198A04-1373-A204-8AB9-1B8C3CA20B0E}"/>
          </ac:picMkLst>
        </pc:picChg>
        <pc:picChg chg="add mod">
          <ac:chgData name="Hui Yang" userId="72d5fd8bf877926f" providerId="LiveId" clId="{7479D363-2D5C-4FBE-ABAC-FBAA446AC1E4}" dt="2024-04-24T13:21:41.659" v="2626" actId="1076"/>
          <ac:picMkLst>
            <pc:docMk/>
            <pc:sldMk cId="3870133657" sldId="270"/>
            <ac:picMk id="8" creationId="{6042DFC0-51D2-5B04-9B7F-07C2F18E0000}"/>
          </ac:picMkLst>
        </pc:picChg>
      </pc:sldChg>
      <pc:sldChg chg="del">
        <pc:chgData name="Hui Yang" userId="72d5fd8bf877926f" providerId="LiveId" clId="{7479D363-2D5C-4FBE-ABAC-FBAA446AC1E4}" dt="2024-04-24T13:23:54.174" v="2674" actId="47"/>
        <pc:sldMkLst>
          <pc:docMk/>
          <pc:sldMk cId="2692493152" sldId="271"/>
        </pc:sldMkLst>
      </pc:sldChg>
      <pc:sldChg chg="addSp delSp modSp mod ord modTransition addAnim delAnim modAnim modNotesTx">
        <pc:chgData name="Hui Yang" userId="72d5fd8bf877926f" providerId="LiveId" clId="{7479D363-2D5C-4FBE-ABAC-FBAA446AC1E4}" dt="2024-05-07T06:28:41.253" v="25881" actId="20578"/>
        <pc:sldMkLst>
          <pc:docMk/>
          <pc:sldMk cId="1698233226" sldId="272"/>
        </pc:sldMkLst>
        <pc:spChg chg="mod">
          <ac:chgData name="Hui Yang" userId="72d5fd8bf877926f" providerId="LiveId" clId="{7479D363-2D5C-4FBE-ABAC-FBAA446AC1E4}" dt="2024-05-07T01:45:29.775" v="24779" actId="20577"/>
          <ac:spMkLst>
            <pc:docMk/>
            <pc:sldMk cId="1698233226" sldId="272"/>
            <ac:spMk id="2" creationId="{84C6F627-2D66-746E-63C0-C422D2AC96B6}"/>
          </ac:spMkLst>
        </pc:spChg>
        <pc:spChg chg="del">
          <ac:chgData name="Hui Yang" userId="72d5fd8bf877926f" providerId="LiveId" clId="{7479D363-2D5C-4FBE-ABAC-FBAA446AC1E4}" dt="2024-04-24T14:20:36.010" v="3191" actId="478"/>
          <ac:spMkLst>
            <pc:docMk/>
            <pc:sldMk cId="1698233226" sldId="272"/>
            <ac:spMk id="3" creationId="{54B05AB5-ECAC-D3D8-A8C1-F1D23B0F9846}"/>
          </ac:spMkLst>
        </pc:spChg>
        <pc:spChg chg="add del mod">
          <ac:chgData name="Hui Yang" userId="72d5fd8bf877926f" providerId="LiveId" clId="{7479D363-2D5C-4FBE-ABAC-FBAA446AC1E4}" dt="2024-04-24T14:36:00.542" v="3343" actId="478"/>
          <ac:spMkLst>
            <pc:docMk/>
            <pc:sldMk cId="1698233226" sldId="272"/>
            <ac:spMk id="5" creationId="{A1311DDD-C857-BEC6-E463-213816B948D4}"/>
          </ac:spMkLst>
        </pc:spChg>
        <pc:spChg chg="add del mod">
          <ac:chgData name="Hui Yang" userId="72d5fd8bf877926f" providerId="LiveId" clId="{7479D363-2D5C-4FBE-ABAC-FBAA446AC1E4}" dt="2024-05-06T13:04:16.258" v="23847" actId="478"/>
          <ac:spMkLst>
            <pc:docMk/>
            <pc:sldMk cId="1698233226" sldId="272"/>
            <ac:spMk id="15" creationId="{A2F52132-CACA-CB13-29A7-44E3F2A8C9AC}"/>
          </ac:spMkLst>
        </pc:spChg>
        <pc:spChg chg="add del mod">
          <ac:chgData name="Hui Yang" userId="72d5fd8bf877926f" providerId="LiveId" clId="{7479D363-2D5C-4FBE-ABAC-FBAA446AC1E4}" dt="2024-05-06T13:04:15.902" v="23846" actId="478"/>
          <ac:spMkLst>
            <pc:docMk/>
            <pc:sldMk cId="1698233226" sldId="272"/>
            <ac:spMk id="16" creationId="{B4C4E69D-1F5F-833A-3DB9-60F06D2FB5D4}"/>
          </ac:spMkLst>
        </pc:spChg>
        <pc:spChg chg="add mod">
          <ac:chgData name="Hui Yang" userId="72d5fd8bf877926f" providerId="LiveId" clId="{7479D363-2D5C-4FBE-ABAC-FBAA446AC1E4}" dt="2024-05-06T13:04:16.587" v="23848" actId="1076"/>
          <ac:spMkLst>
            <pc:docMk/>
            <pc:sldMk cId="1698233226" sldId="272"/>
            <ac:spMk id="21" creationId="{A6AFA52B-9D52-7A72-995F-E374A5D412CE}"/>
          </ac:spMkLst>
        </pc:spChg>
        <pc:spChg chg="add mod">
          <ac:chgData name="Hui Yang" userId="72d5fd8bf877926f" providerId="LiveId" clId="{7479D363-2D5C-4FBE-ABAC-FBAA446AC1E4}" dt="2024-05-06T13:04:16.587" v="23848" actId="1076"/>
          <ac:spMkLst>
            <pc:docMk/>
            <pc:sldMk cId="1698233226" sldId="272"/>
            <ac:spMk id="22" creationId="{F8F9B1EA-E089-7873-0FAA-6200FE03CAE3}"/>
          </ac:spMkLst>
        </pc:spChg>
        <pc:spChg chg="add mod">
          <ac:chgData name="Hui Yang" userId="72d5fd8bf877926f" providerId="LiveId" clId="{7479D363-2D5C-4FBE-ABAC-FBAA446AC1E4}" dt="2024-05-06T13:04:16.587" v="23848" actId="1076"/>
          <ac:spMkLst>
            <pc:docMk/>
            <pc:sldMk cId="1698233226" sldId="272"/>
            <ac:spMk id="23" creationId="{ED112B9D-5B91-772F-1B5B-20928FAD02DB}"/>
          </ac:spMkLst>
        </pc:spChg>
        <pc:spChg chg="add mod">
          <ac:chgData name="Hui Yang" userId="72d5fd8bf877926f" providerId="LiveId" clId="{7479D363-2D5C-4FBE-ABAC-FBAA446AC1E4}" dt="2024-05-06T13:04:16.587" v="23848" actId="1076"/>
          <ac:spMkLst>
            <pc:docMk/>
            <pc:sldMk cId="1698233226" sldId="272"/>
            <ac:spMk id="29" creationId="{D5EDB2CC-B914-AD3B-2388-9B6CA5161CFA}"/>
          </ac:spMkLst>
        </pc:spChg>
        <pc:spChg chg="add mod">
          <ac:chgData name="Hui Yang" userId="72d5fd8bf877926f" providerId="LiveId" clId="{7479D363-2D5C-4FBE-ABAC-FBAA446AC1E4}" dt="2024-05-06T13:04:16.587" v="23848" actId="1076"/>
          <ac:spMkLst>
            <pc:docMk/>
            <pc:sldMk cId="1698233226" sldId="272"/>
            <ac:spMk id="30" creationId="{D3B28A22-79C7-EEF7-B6B6-88F09CECEB9B}"/>
          </ac:spMkLst>
        </pc:spChg>
        <pc:spChg chg="add del mod">
          <ac:chgData name="Hui Yang" userId="72d5fd8bf877926f" providerId="LiveId" clId="{7479D363-2D5C-4FBE-ABAC-FBAA446AC1E4}" dt="2024-04-25T07:06:37.764" v="4156" actId="478"/>
          <ac:spMkLst>
            <pc:docMk/>
            <pc:sldMk cId="1698233226" sldId="272"/>
            <ac:spMk id="31" creationId="{F9A55D6F-7CB0-B117-1341-18871E1614ED}"/>
          </ac:spMkLst>
        </pc:spChg>
        <pc:spChg chg="mod">
          <ac:chgData name="Hui Yang" userId="72d5fd8bf877926f" providerId="LiveId" clId="{7479D363-2D5C-4FBE-ABAC-FBAA446AC1E4}" dt="2024-04-25T06:57:17.899" v="3832" actId="14100"/>
          <ac:spMkLst>
            <pc:docMk/>
            <pc:sldMk cId="1698233226" sldId="272"/>
            <ac:spMk id="33" creationId="{A0E7F45E-A62B-B3B8-251D-7E3C3936DD47}"/>
          </ac:spMkLst>
        </pc:spChg>
        <pc:spChg chg="mod">
          <ac:chgData name="Hui Yang" userId="72d5fd8bf877926f" providerId="LiveId" clId="{7479D363-2D5C-4FBE-ABAC-FBAA446AC1E4}" dt="2024-04-25T06:57:11.211" v="3829"/>
          <ac:spMkLst>
            <pc:docMk/>
            <pc:sldMk cId="1698233226" sldId="272"/>
            <ac:spMk id="34" creationId="{680D8BA5-5242-2062-7E5C-019C07286EC2}"/>
          </ac:spMkLst>
        </pc:spChg>
        <pc:spChg chg="add mod">
          <ac:chgData name="Hui Yang" userId="72d5fd8bf877926f" providerId="LiveId" clId="{7479D363-2D5C-4FBE-ABAC-FBAA446AC1E4}" dt="2024-05-06T13:04:16.587" v="23848" actId="1076"/>
          <ac:spMkLst>
            <pc:docMk/>
            <pc:sldMk cId="1698233226" sldId="272"/>
            <ac:spMk id="35" creationId="{37D69583-A42C-6C23-D308-035544016D69}"/>
          </ac:spMkLst>
        </pc:spChg>
        <pc:spChg chg="add mod">
          <ac:chgData name="Hui Yang" userId="72d5fd8bf877926f" providerId="LiveId" clId="{7479D363-2D5C-4FBE-ABAC-FBAA446AC1E4}" dt="2024-05-06T13:04:16.587" v="23848" actId="1076"/>
          <ac:spMkLst>
            <pc:docMk/>
            <pc:sldMk cId="1698233226" sldId="272"/>
            <ac:spMk id="40" creationId="{2924A779-50E6-4F54-C41A-F96CB8780ABB}"/>
          </ac:spMkLst>
        </pc:spChg>
        <pc:spChg chg="add mod">
          <ac:chgData name="Hui Yang" userId="72d5fd8bf877926f" providerId="LiveId" clId="{7479D363-2D5C-4FBE-ABAC-FBAA446AC1E4}" dt="2024-05-06T13:04:16.587" v="23848" actId="1076"/>
          <ac:spMkLst>
            <pc:docMk/>
            <pc:sldMk cId="1698233226" sldId="272"/>
            <ac:spMk id="41" creationId="{F9BC4F0C-0EDC-2C34-4968-3B247740A0C0}"/>
          </ac:spMkLst>
        </pc:spChg>
        <pc:spChg chg="add mod">
          <ac:chgData name="Hui Yang" userId="72d5fd8bf877926f" providerId="LiveId" clId="{7479D363-2D5C-4FBE-ABAC-FBAA446AC1E4}" dt="2024-05-06T13:04:16.587" v="23848" actId="1076"/>
          <ac:spMkLst>
            <pc:docMk/>
            <pc:sldMk cId="1698233226" sldId="272"/>
            <ac:spMk id="42" creationId="{6CA1A7DC-DA89-05AD-05F4-2395DA4B6B4C}"/>
          </ac:spMkLst>
        </pc:spChg>
        <pc:spChg chg="add mod">
          <ac:chgData name="Hui Yang" userId="72d5fd8bf877926f" providerId="LiveId" clId="{7479D363-2D5C-4FBE-ABAC-FBAA446AC1E4}" dt="2024-05-06T13:04:16.587" v="23848" actId="1076"/>
          <ac:spMkLst>
            <pc:docMk/>
            <pc:sldMk cId="1698233226" sldId="272"/>
            <ac:spMk id="43" creationId="{911F0FD6-E828-66D1-05D0-82C78662C22A}"/>
          </ac:spMkLst>
        </pc:spChg>
        <pc:spChg chg="add mod">
          <ac:chgData name="Hui Yang" userId="72d5fd8bf877926f" providerId="LiveId" clId="{7479D363-2D5C-4FBE-ABAC-FBAA446AC1E4}" dt="2024-05-07T06:18:00.219" v="25876" actId="20577"/>
          <ac:spMkLst>
            <pc:docMk/>
            <pc:sldMk cId="1698233226" sldId="272"/>
            <ac:spMk id="44" creationId="{2B93C1A0-5928-6537-F088-2F4153C32858}"/>
          </ac:spMkLst>
        </pc:spChg>
        <pc:spChg chg="add mod">
          <ac:chgData name="Hui Yang" userId="72d5fd8bf877926f" providerId="LiveId" clId="{7479D363-2D5C-4FBE-ABAC-FBAA446AC1E4}" dt="2024-05-06T13:04:16.587" v="23848" actId="1076"/>
          <ac:spMkLst>
            <pc:docMk/>
            <pc:sldMk cId="1698233226" sldId="272"/>
            <ac:spMk id="45" creationId="{8FF1DE82-3556-953C-FB9D-89B8E7A6B2E6}"/>
          </ac:spMkLst>
        </pc:spChg>
        <pc:grpChg chg="add mod">
          <ac:chgData name="Hui Yang" userId="72d5fd8bf877926f" providerId="LiveId" clId="{7479D363-2D5C-4FBE-ABAC-FBAA446AC1E4}" dt="2024-05-06T13:04:16.587" v="23848" actId="1076"/>
          <ac:grpSpMkLst>
            <pc:docMk/>
            <pc:sldMk cId="1698233226" sldId="272"/>
            <ac:grpSpMk id="32" creationId="{BC886A8F-FAA9-3372-55A3-4348C13E0EF8}"/>
          </ac:grpSpMkLst>
        </pc:grpChg>
        <pc:picChg chg="add del mod">
          <ac:chgData name="Hui Yang" userId="72d5fd8bf877926f" providerId="LiveId" clId="{7479D363-2D5C-4FBE-ABAC-FBAA446AC1E4}" dt="2024-04-25T06:29:26.875" v="3596" actId="478"/>
          <ac:picMkLst>
            <pc:docMk/>
            <pc:sldMk cId="1698233226" sldId="272"/>
            <ac:picMk id="5" creationId="{8DE70DDC-3A88-452D-1674-6AD2DCEB9F25}"/>
          </ac:picMkLst>
        </pc:picChg>
        <pc:picChg chg="add del mod">
          <ac:chgData name="Hui Yang" userId="72d5fd8bf877926f" providerId="LiveId" clId="{7479D363-2D5C-4FBE-ABAC-FBAA446AC1E4}" dt="2024-04-24T14:39:13.257" v="3348" actId="478"/>
          <ac:picMkLst>
            <pc:docMk/>
            <pc:sldMk cId="1698233226" sldId="272"/>
            <ac:picMk id="6" creationId="{7D6346E5-4000-9707-74CA-BE6B142A61CC}"/>
          </ac:picMkLst>
        </pc:picChg>
        <pc:picChg chg="add del mod">
          <ac:chgData name="Hui Yang" userId="72d5fd8bf877926f" providerId="LiveId" clId="{7479D363-2D5C-4FBE-ABAC-FBAA446AC1E4}" dt="2024-04-25T06:31:08.314" v="3612" actId="478"/>
          <ac:picMkLst>
            <pc:docMk/>
            <pc:sldMk cId="1698233226" sldId="272"/>
            <ac:picMk id="6" creationId="{C52AFF12-58ED-5A48-35CE-7F6AE330FDA2}"/>
          </ac:picMkLst>
        </pc:picChg>
        <pc:picChg chg="add del mod">
          <ac:chgData name="Hui Yang" userId="72d5fd8bf877926f" providerId="LiveId" clId="{7479D363-2D5C-4FBE-ABAC-FBAA446AC1E4}" dt="2024-04-25T06:46:18.271" v="3708" actId="478"/>
          <ac:picMkLst>
            <pc:docMk/>
            <pc:sldMk cId="1698233226" sldId="272"/>
            <ac:picMk id="7" creationId="{F02C28A0-72AB-5D26-11B2-D56F57E66F47}"/>
          </ac:picMkLst>
        </pc:picChg>
        <pc:picChg chg="add del mod">
          <ac:chgData name="Hui Yang" userId="72d5fd8bf877926f" providerId="LiveId" clId="{7479D363-2D5C-4FBE-ABAC-FBAA446AC1E4}" dt="2024-04-24T14:41:02.227" v="3361" actId="478"/>
          <ac:picMkLst>
            <pc:docMk/>
            <pc:sldMk cId="1698233226" sldId="272"/>
            <ac:picMk id="8" creationId="{45AB4126-BB35-C44F-5EB7-265F0D358D35}"/>
          </ac:picMkLst>
        </pc:picChg>
        <pc:picChg chg="add del mod">
          <ac:chgData name="Hui Yang" userId="72d5fd8bf877926f" providerId="LiveId" clId="{7479D363-2D5C-4FBE-ABAC-FBAA446AC1E4}" dt="2024-04-25T06:46:19.914" v="3709" actId="478"/>
          <ac:picMkLst>
            <pc:docMk/>
            <pc:sldMk cId="1698233226" sldId="272"/>
            <ac:picMk id="9" creationId="{567CA0A4-0212-123A-C281-2AB06A0D1217}"/>
          </ac:picMkLst>
        </pc:picChg>
        <pc:picChg chg="add del mod">
          <ac:chgData name="Hui Yang" userId="72d5fd8bf877926f" providerId="LiveId" clId="{7479D363-2D5C-4FBE-ABAC-FBAA446AC1E4}" dt="2024-04-25T06:35:38.154" v="3648" actId="478"/>
          <ac:picMkLst>
            <pc:docMk/>
            <pc:sldMk cId="1698233226" sldId="272"/>
            <ac:picMk id="10" creationId="{72E70C40-4022-478B-C634-01B61A85C052}"/>
          </ac:picMkLst>
        </pc:picChg>
        <pc:picChg chg="add del mod">
          <ac:chgData name="Hui Yang" userId="72d5fd8bf877926f" providerId="LiveId" clId="{7479D363-2D5C-4FBE-ABAC-FBAA446AC1E4}" dt="2024-04-25T06:31:36.870" v="3616" actId="478"/>
          <ac:picMkLst>
            <pc:docMk/>
            <pc:sldMk cId="1698233226" sldId="272"/>
            <ac:picMk id="11" creationId="{3D8B3C31-E34E-D18F-1908-616CAAAF4C07}"/>
          </ac:picMkLst>
        </pc:picChg>
        <pc:picChg chg="add del mod">
          <ac:chgData name="Hui Yang" userId="72d5fd8bf877926f" providerId="LiveId" clId="{7479D363-2D5C-4FBE-ABAC-FBAA446AC1E4}" dt="2024-04-25T06:54:11.247" v="3777" actId="478"/>
          <ac:picMkLst>
            <pc:docMk/>
            <pc:sldMk cId="1698233226" sldId="272"/>
            <ac:picMk id="12" creationId="{67C3EABA-117D-F97B-42BC-04FD96B1032F}"/>
          </ac:picMkLst>
        </pc:picChg>
        <pc:picChg chg="add del mod">
          <ac:chgData name="Hui Yang" userId="72d5fd8bf877926f" providerId="LiveId" clId="{7479D363-2D5C-4FBE-ABAC-FBAA446AC1E4}" dt="2024-04-25T06:34:02.548" v="3633" actId="478"/>
          <ac:picMkLst>
            <pc:docMk/>
            <pc:sldMk cId="1698233226" sldId="272"/>
            <ac:picMk id="13" creationId="{B51B3B3D-67AE-3573-4AB1-4649DC50D0A6}"/>
          </ac:picMkLst>
        </pc:picChg>
        <pc:picChg chg="add mod">
          <ac:chgData name="Hui Yang" userId="72d5fd8bf877926f" providerId="LiveId" clId="{7479D363-2D5C-4FBE-ABAC-FBAA446AC1E4}" dt="2024-05-06T13:04:16.587" v="23848" actId="1076"/>
          <ac:picMkLst>
            <pc:docMk/>
            <pc:sldMk cId="1698233226" sldId="272"/>
            <ac:picMk id="14" creationId="{DFBBC888-49FA-50CA-0619-484AD6ABAA9D}"/>
          </ac:picMkLst>
        </pc:picChg>
        <pc:picChg chg="add del mod">
          <ac:chgData name="Hui Yang" userId="72d5fd8bf877926f" providerId="LiveId" clId="{7479D363-2D5C-4FBE-ABAC-FBAA446AC1E4}" dt="2024-04-25T06:36:15.732" v="3659" actId="478"/>
          <ac:picMkLst>
            <pc:docMk/>
            <pc:sldMk cId="1698233226" sldId="272"/>
            <ac:picMk id="18" creationId="{F9C8DC01-29BA-245E-09C1-7DEC7A967ADB}"/>
          </ac:picMkLst>
        </pc:picChg>
        <pc:picChg chg="add mod">
          <ac:chgData name="Hui Yang" userId="72d5fd8bf877926f" providerId="LiveId" clId="{7479D363-2D5C-4FBE-ABAC-FBAA446AC1E4}" dt="2024-05-06T13:04:16.587" v="23848" actId="1076"/>
          <ac:picMkLst>
            <pc:docMk/>
            <pc:sldMk cId="1698233226" sldId="272"/>
            <ac:picMk id="20" creationId="{AB079965-B5AB-331B-AE78-CD7D254AB134}"/>
          </ac:picMkLst>
        </pc:picChg>
        <pc:picChg chg="add mod ord">
          <ac:chgData name="Hui Yang" userId="72d5fd8bf877926f" providerId="LiveId" clId="{7479D363-2D5C-4FBE-ABAC-FBAA446AC1E4}" dt="2024-05-06T13:04:16.587" v="23848" actId="1076"/>
          <ac:picMkLst>
            <pc:docMk/>
            <pc:sldMk cId="1698233226" sldId="272"/>
            <ac:picMk id="24" creationId="{1125D8B2-5235-4A79-AABE-9E945C27D0B9}"/>
          </ac:picMkLst>
        </pc:picChg>
        <pc:picChg chg="add del mod">
          <ac:chgData name="Hui Yang" userId="72d5fd8bf877926f" providerId="LiveId" clId="{7479D363-2D5C-4FBE-ABAC-FBAA446AC1E4}" dt="2024-04-25T06:50:13.723" v="3736" actId="478"/>
          <ac:picMkLst>
            <pc:docMk/>
            <pc:sldMk cId="1698233226" sldId="272"/>
            <ac:picMk id="25" creationId="{83F95973-CB1B-705C-5DA7-10C5C689118A}"/>
          </ac:picMkLst>
        </pc:picChg>
        <pc:picChg chg="add mod ord">
          <ac:chgData name="Hui Yang" userId="72d5fd8bf877926f" providerId="LiveId" clId="{7479D363-2D5C-4FBE-ABAC-FBAA446AC1E4}" dt="2024-05-06T13:04:16.587" v="23848" actId="1076"/>
          <ac:picMkLst>
            <pc:docMk/>
            <pc:sldMk cId="1698233226" sldId="272"/>
            <ac:picMk id="26" creationId="{735BEEB2-DAE6-2EA4-7D81-0630435FBF46}"/>
          </ac:picMkLst>
        </pc:picChg>
        <pc:picChg chg="add del mod">
          <ac:chgData name="Hui Yang" userId="72d5fd8bf877926f" providerId="LiveId" clId="{7479D363-2D5C-4FBE-ABAC-FBAA446AC1E4}" dt="2024-04-25T06:54:52.716" v="3784" actId="478"/>
          <ac:picMkLst>
            <pc:docMk/>
            <pc:sldMk cId="1698233226" sldId="272"/>
            <ac:picMk id="27" creationId="{0CFE1455-A1A9-6960-4F58-1069AD9B2FFD}"/>
          </ac:picMkLst>
        </pc:picChg>
        <pc:picChg chg="add mod">
          <ac:chgData name="Hui Yang" userId="72d5fd8bf877926f" providerId="LiveId" clId="{7479D363-2D5C-4FBE-ABAC-FBAA446AC1E4}" dt="2024-05-06T13:04:16.587" v="23848" actId="1076"/>
          <ac:picMkLst>
            <pc:docMk/>
            <pc:sldMk cId="1698233226" sldId="272"/>
            <ac:picMk id="28" creationId="{411568B3-6CD6-7436-6393-07799D037DFF}"/>
          </ac:picMkLst>
        </pc:picChg>
        <pc:cxnChg chg="add mod">
          <ac:chgData name="Hui Yang" userId="72d5fd8bf877926f" providerId="LiveId" clId="{7479D363-2D5C-4FBE-ABAC-FBAA446AC1E4}" dt="2024-05-06T13:04:16.587" v="23848" actId="1076"/>
          <ac:cxnSpMkLst>
            <pc:docMk/>
            <pc:sldMk cId="1698233226" sldId="272"/>
            <ac:cxnSpMk id="37" creationId="{1FA4A5E4-9697-1C8F-F18A-D909E746A2E8}"/>
          </ac:cxnSpMkLst>
        </pc:cxnChg>
        <pc:cxnChg chg="add mod">
          <ac:chgData name="Hui Yang" userId="72d5fd8bf877926f" providerId="LiveId" clId="{7479D363-2D5C-4FBE-ABAC-FBAA446AC1E4}" dt="2024-05-06T13:04:16.587" v="23848" actId="1076"/>
          <ac:cxnSpMkLst>
            <pc:docMk/>
            <pc:sldMk cId="1698233226" sldId="272"/>
            <ac:cxnSpMk id="39" creationId="{B4F730C9-72F3-D9D2-6FE2-629DE460A2BD}"/>
          </ac:cxnSpMkLst>
        </pc:cxnChg>
      </pc:sldChg>
      <pc:sldChg chg="addSp delSp modSp mod modTransition modAnim modNotesTx">
        <pc:chgData name="Hui Yang" userId="72d5fd8bf877926f" providerId="LiveId" clId="{7479D363-2D5C-4FBE-ABAC-FBAA446AC1E4}" dt="2024-05-07T11:32:02.931" v="27661" actId="20577"/>
        <pc:sldMkLst>
          <pc:docMk/>
          <pc:sldMk cId="1611763858" sldId="273"/>
        </pc:sldMkLst>
        <pc:spChg chg="mod">
          <ac:chgData name="Hui Yang" userId="72d5fd8bf877926f" providerId="LiveId" clId="{7479D363-2D5C-4FBE-ABAC-FBAA446AC1E4}" dt="2024-04-25T07:53:03.196" v="4550" actId="20577"/>
          <ac:spMkLst>
            <pc:docMk/>
            <pc:sldMk cId="1611763858" sldId="273"/>
            <ac:spMk id="2" creationId="{A44BBE1B-F705-6F84-C1CA-5AF5AA07CE98}"/>
          </ac:spMkLst>
        </pc:spChg>
        <pc:spChg chg="del">
          <ac:chgData name="Hui Yang" userId="72d5fd8bf877926f" providerId="LiveId" clId="{7479D363-2D5C-4FBE-ABAC-FBAA446AC1E4}" dt="2024-04-25T07:40:43.502" v="4356" actId="478"/>
          <ac:spMkLst>
            <pc:docMk/>
            <pc:sldMk cId="1611763858" sldId="273"/>
            <ac:spMk id="3" creationId="{23D2ACBD-CC5E-C5B4-52AF-0053B471AD39}"/>
          </ac:spMkLst>
        </pc:spChg>
        <pc:spChg chg="add mod">
          <ac:chgData name="Hui Yang" userId="72d5fd8bf877926f" providerId="LiveId" clId="{7479D363-2D5C-4FBE-ABAC-FBAA446AC1E4}" dt="2024-04-25T07:48:09.211" v="4395"/>
          <ac:spMkLst>
            <pc:docMk/>
            <pc:sldMk cId="1611763858" sldId="273"/>
            <ac:spMk id="7" creationId="{CFC888CD-40B7-0198-123E-D4C1C2E29FB9}"/>
          </ac:spMkLst>
        </pc:spChg>
        <pc:spChg chg="add mod">
          <ac:chgData name="Hui Yang" userId="72d5fd8bf877926f" providerId="LiveId" clId="{7479D363-2D5C-4FBE-ABAC-FBAA446AC1E4}" dt="2024-04-25T07:51:56.705" v="4511" actId="1076"/>
          <ac:spMkLst>
            <pc:docMk/>
            <pc:sldMk cId="1611763858" sldId="273"/>
            <ac:spMk id="8" creationId="{1BD83D52-B4C1-6B41-E082-6736A552F6AC}"/>
          </ac:spMkLst>
        </pc:spChg>
        <pc:spChg chg="add mod">
          <ac:chgData name="Hui Yang" userId="72d5fd8bf877926f" providerId="LiveId" clId="{7479D363-2D5C-4FBE-ABAC-FBAA446AC1E4}" dt="2024-04-25T07:51:56.705" v="4511" actId="1076"/>
          <ac:spMkLst>
            <pc:docMk/>
            <pc:sldMk cId="1611763858" sldId="273"/>
            <ac:spMk id="9" creationId="{CF95C505-121B-A314-EFC3-5DA71F2D165C}"/>
          </ac:spMkLst>
        </pc:spChg>
        <pc:spChg chg="add mod">
          <ac:chgData name="Hui Yang" userId="72d5fd8bf877926f" providerId="LiveId" clId="{7479D363-2D5C-4FBE-ABAC-FBAA446AC1E4}" dt="2024-04-25T07:51:56.705" v="4511" actId="1076"/>
          <ac:spMkLst>
            <pc:docMk/>
            <pc:sldMk cId="1611763858" sldId="273"/>
            <ac:spMk id="10" creationId="{726331AF-62F5-8BFC-39BC-311B0D30EAB3}"/>
          </ac:spMkLst>
        </pc:spChg>
        <pc:spChg chg="add mod">
          <ac:chgData name="Hui Yang" userId="72d5fd8bf877926f" providerId="LiveId" clId="{7479D363-2D5C-4FBE-ABAC-FBAA446AC1E4}" dt="2024-04-25T07:51:56.705" v="4511" actId="1076"/>
          <ac:spMkLst>
            <pc:docMk/>
            <pc:sldMk cId="1611763858" sldId="273"/>
            <ac:spMk id="11" creationId="{B336851A-31CF-6732-9213-5392E2687ABA}"/>
          </ac:spMkLst>
        </pc:spChg>
        <pc:spChg chg="add mod">
          <ac:chgData name="Hui Yang" userId="72d5fd8bf877926f" providerId="LiveId" clId="{7479D363-2D5C-4FBE-ABAC-FBAA446AC1E4}" dt="2024-04-25T07:51:56.705" v="4511" actId="1076"/>
          <ac:spMkLst>
            <pc:docMk/>
            <pc:sldMk cId="1611763858" sldId="273"/>
            <ac:spMk id="12" creationId="{4679A9C1-9879-CF5E-8968-8E7B06DD64E5}"/>
          </ac:spMkLst>
        </pc:spChg>
        <pc:spChg chg="add mod">
          <ac:chgData name="Hui Yang" userId="72d5fd8bf877926f" providerId="LiveId" clId="{7479D363-2D5C-4FBE-ABAC-FBAA446AC1E4}" dt="2024-04-25T07:54:24.415" v="4655" actId="20577"/>
          <ac:spMkLst>
            <pc:docMk/>
            <pc:sldMk cId="1611763858" sldId="273"/>
            <ac:spMk id="13" creationId="{82DB0D3B-B2FD-5165-554D-C0323E2C6C7E}"/>
          </ac:spMkLst>
        </pc:spChg>
        <pc:picChg chg="add mod">
          <ac:chgData name="Hui Yang" userId="72d5fd8bf877926f" providerId="LiveId" clId="{7479D363-2D5C-4FBE-ABAC-FBAA446AC1E4}" dt="2024-04-25T07:51:56.705" v="4511" actId="1076"/>
          <ac:picMkLst>
            <pc:docMk/>
            <pc:sldMk cId="1611763858" sldId="273"/>
            <ac:picMk id="5" creationId="{CCAFB44A-3562-B8B9-E5A4-E2C3D30BD69A}"/>
          </ac:picMkLst>
        </pc:picChg>
        <pc:picChg chg="add mod">
          <ac:chgData name="Hui Yang" userId="72d5fd8bf877926f" providerId="LiveId" clId="{7479D363-2D5C-4FBE-ABAC-FBAA446AC1E4}" dt="2024-04-25T07:51:56.705" v="4511" actId="1076"/>
          <ac:picMkLst>
            <pc:docMk/>
            <pc:sldMk cId="1611763858" sldId="273"/>
            <ac:picMk id="6" creationId="{E9C5D8D7-335F-96AB-8FBA-301E32DC4AA0}"/>
          </ac:picMkLst>
        </pc:picChg>
      </pc:sldChg>
      <pc:sldChg chg="addSp modSp del modAnim">
        <pc:chgData name="Hui Yang" userId="72d5fd8bf877926f" providerId="LiveId" clId="{7479D363-2D5C-4FBE-ABAC-FBAA446AC1E4}" dt="2024-04-25T07:41:09.439" v="4357" actId="47"/>
        <pc:sldMkLst>
          <pc:docMk/>
          <pc:sldMk cId="568068568" sldId="274"/>
        </pc:sldMkLst>
        <pc:spChg chg="add mod">
          <ac:chgData name="Hui Yang" userId="72d5fd8bf877926f" providerId="LiveId" clId="{7479D363-2D5C-4FBE-ABAC-FBAA446AC1E4}" dt="2024-04-24T14:51:40.141" v="3401"/>
          <ac:spMkLst>
            <pc:docMk/>
            <pc:sldMk cId="568068568" sldId="274"/>
            <ac:spMk id="5" creationId="{A9C6D9D3-76CC-4F3A-8024-27F77EAC0342}"/>
          </ac:spMkLst>
        </pc:spChg>
        <pc:spChg chg="add mod">
          <ac:chgData name="Hui Yang" userId="72d5fd8bf877926f" providerId="LiveId" clId="{7479D363-2D5C-4FBE-ABAC-FBAA446AC1E4}" dt="2024-04-24T14:51:40.141" v="3401"/>
          <ac:spMkLst>
            <pc:docMk/>
            <pc:sldMk cId="568068568" sldId="274"/>
            <ac:spMk id="6" creationId="{27ECA7ED-31E5-9EB0-1419-86D25A49D8C4}"/>
          </ac:spMkLst>
        </pc:spChg>
      </pc:sldChg>
      <pc:sldChg chg="addSp delSp modSp mod modTransition modAnim modNotesTx">
        <pc:chgData name="Hui Yang" userId="72d5fd8bf877926f" providerId="LiveId" clId="{7479D363-2D5C-4FBE-ABAC-FBAA446AC1E4}" dt="2024-05-06T07:10:55.001" v="23183" actId="20577"/>
        <pc:sldMkLst>
          <pc:docMk/>
          <pc:sldMk cId="1352907169" sldId="275"/>
        </pc:sldMkLst>
        <pc:spChg chg="del">
          <ac:chgData name="Hui Yang" userId="72d5fd8bf877926f" providerId="LiveId" clId="{7479D363-2D5C-4FBE-ABAC-FBAA446AC1E4}" dt="2024-04-24T14:21:15.295" v="3192" actId="478"/>
          <ac:spMkLst>
            <pc:docMk/>
            <pc:sldMk cId="1352907169" sldId="275"/>
            <ac:spMk id="3" creationId="{4FE29DD5-8667-71EF-F10F-6C4AC737B028}"/>
          </ac:spMkLst>
        </pc:spChg>
        <pc:spChg chg="add mod">
          <ac:chgData name="Hui Yang" userId="72d5fd8bf877926f" providerId="LiveId" clId="{7479D363-2D5C-4FBE-ABAC-FBAA446AC1E4}" dt="2024-04-29T13:44:32.765" v="22178" actId="1076"/>
          <ac:spMkLst>
            <pc:docMk/>
            <pc:sldMk cId="1352907169" sldId="275"/>
            <ac:spMk id="6" creationId="{7FD0A903-8C18-B89C-4F59-A62C04EC289F}"/>
          </ac:spMkLst>
        </pc:spChg>
        <pc:spChg chg="add del mod">
          <ac:chgData name="Hui Yang" userId="72d5fd8bf877926f" providerId="LiveId" clId="{7479D363-2D5C-4FBE-ABAC-FBAA446AC1E4}" dt="2024-04-24T14:44:57.286" v="3370" actId="478"/>
          <ac:spMkLst>
            <pc:docMk/>
            <pc:sldMk cId="1352907169" sldId="275"/>
            <ac:spMk id="7" creationId="{1FA37F0F-59FF-054F-8E72-5613B063531A}"/>
          </ac:spMkLst>
        </pc:spChg>
        <pc:spChg chg="add mod">
          <ac:chgData name="Hui Yang" userId="72d5fd8bf877926f" providerId="LiveId" clId="{7479D363-2D5C-4FBE-ABAC-FBAA446AC1E4}" dt="2024-04-25T11:39:39.649" v="6237" actId="14100"/>
          <ac:spMkLst>
            <pc:docMk/>
            <pc:sldMk cId="1352907169" sldId="275"/>
            <ac:spMk id="14" creationId="{FEBB8AE9-37FA-DC8D-A687-1D39B4C9E035}"/>
          </ac:spMkLst>
        </pc:spChg>
        <pc:spChg chg="add mod">
          <ac:chgData name="Hui Yang" userId="72d5fd8bf877926f" providerId="LiveId" clId="{7479D363-2D5C-4FBE-ABAC-FBAA446AC1E4}" dt="2024-04-24T14:52:24.517" v="3422" actId="164"/>
          <ac:spMkLst>
            <pc:docMk/>
            <pc:sldMk cId="1352907169" sldId="275"/>
            <ac:spMk id="15" creationId="{EB7DA352-BC65-485C-AD23-99DA8756CC57}"/>
          </ac:spMkLst>
        </pc:spChg>
        <pc:spChg chg="add mod">
          <ac:chgData name="Hui Yang" userId="72d5fd8bf877926f" providerId="LiveId" clId="{7479D363-2D5C-4FBE-ABAC-FBAA446AC1E4}" dt="2024-04-24T14:52:48.803" v="3425"/>
          <ac:spMkLst>
            <pc:docMk/>
            <pc:sldMk cId="1352907169" sldId="275"/>
            <ac:spMk id="17" creationId="{8AFFB67E-B847-70D5-E85C-746403087C2C}"/>
          </ac:spMkLst>
        </pc:spChg>
        <pc:spChg chg="add mod">
          <ac:chgData name="Hui Yang" userId="72d5fd8bf877926f" providerId="LiveId" clId="{7479D363-2D5C-4FBE-ABAC-FBAA446AC1E4}" dt="2024-04-24T14:55:59.733" v="3566" actId="164"/>
          <ac:spMkLst>
            <pc:docMk/>
            <pc:sldMk cId="1352907169" sldId="275"/>
            <ac:spMk id="18" creationId="{847EA36A-BA91-E66F-EC1C-B0CAD331DC4D}"/>
          </ac:spMkLst>
        </pc:spChg>
        <pc:spChg chg="add mod">
          <ac:chgData name="Hui Yang" userId="72d5fd8bf877926f" providerId="LiveId" clId="{7479D363-2D5C-4FBE-ABAC-FBAA446AC1E4}" dt="2024-04-24T14:55:59.733" v="3566" actId="164"/>
          <ac:spMkLst>
            <pc:docMk/>
            <pc:sldMk cId="1352907169" sldId="275"/>
            <ac:spMk id="19" creationId="{CCF3F99A-80A4-0BAD-B819-D1CCE55185E0}"/>
          </ac:spMkLst>
        </pc:spChg>
        <pc:spChg chg="add del mod">
          <ac:chgData name="Hui Yang" userId="72d5fd8bf877926f" providerId="LiveId" clId="{7479D363-2D5C-4FBE-ABAC-FBAA446AC1E4}" dt="2024-04-25T11:35:10.140" v="6064" actId="478"/>
          <ac:spMkLst>
            <pc:docMk/>
            <pc:sldMk cId="1352907169" sldId="275"/>
            <ac:spMk id="21" creationId="{B50BB8D8-0125-A479-0984-A8F68D5F0933}"/>
          </ac:spMkLst>
        </pc:spChg>
        <pc:grpChg chg="add mod">
          <ac:chgData name="Hui Yang" userId="72d5fd8bf877926f" providerId="LiveId" clId="{7479D363-2D5C-4FBE-ABAC-FBAA446AC1E4}" dt="2024-04-25T11:39:26.881" v="6232" actId="1076"/>
          <ac:grpSpMkLst>
            <pc:docMk/>
            <pc:sldMk cId="1352907169" sldId="275"/>
            <ac:grpSpMk id="16" creationId="{D82B3BA7-F2C5-1B90-481E-89806F444FB0}"/>
          </ac:grpSpMkLst>
        </pc:grpChg>
        <pc:grpChg chg="add mod">
          <ac:chgData name="Hui Yang" userId="72d5fd8bf877926f" providerId="LiveId" clId="{7479D363-2D5C-4FBE-ABAC-FBAA446AC1E4}" dt="2024-04-25T11:35:12.571" v="6065" actId="1076"/>
          <ac:grpSpMkLst>
            <pc:docMk/>
            <pc:sldMk cId="1352907169" sldId="275"/>
            <ac:grpSpMk id="22" creationId="{F52B1325-AEC3-90CD-CE40-025F448939EB}"/>
          </ac:grpSpMkLst>
        </pc:grpChg>
        <pc:graphicFrameChg chg="add del mod modGraphic">
          <ac:chgData name="Hui Yang" userId="72d5fd8bf877926f" providerId="LiveId" clId="{7479D363-2D5C-4FBE-ABAC-FBAA446AC1E4}" dt="2024-04-25T11:36:53.730" v="6080" actId="478"/>
          <ac:graphicFrameMkLst>
            <pc:docMk/>
            <pc:sldMk cId="1352907169" sldId="275"/>
            <ac:graphicFrameMk id="3" creationId="{3E0B9B71-49CA-0A90-591A-2ACECF7DF678}"/>
          </ac:graphicFrameMkLst>
        </pc:graphicFrameChg>
        <pc:graphicFrameChg chg="add mod modGraphic">
          <ac:chgData name="Hui Yang" userId="72d5fd8bf877926f" providerId="LiveId" clId="{7479D363-2D5C-4FBE-ABAC-FBAA446AC1E4}" dt="2024-04-25T11:39:46.128" v="6239" actId="1076"/>
          <ac:graphicFrameMkLst>
            <pc:docMk/>
            <pc:sldMk cId="1352907169" sldId="275"/>
            <ac:graphicFrameMk id="5" creationId="{0DC5110D-F41E-B073-DF1D-336DEE3C7898}"/>
          </ac:graphicFrameMkLst>
        </pc:graphicFrameChg>
        <pc:picChg chg="add del mod">
          <ac:chgData name="Hui Yang" userId="72d5fd8bf877926f" providerId="LiveId" clId="{7479D363-2D5C-4FBE-ABAC-FBAA446AC1E4}" dt="2024-04-24T14:45:42.768" v="3373" actId="21"/>
          <ac:picMkLst>
            <pc:docMk/>
            <pc:sldMk cId="1352907169" sldId="275"/>
            <ac:picMk id="6" creationId="{1433B950-B4F9-3B01-79C3-5ED92F337C93}"/>
          </ac:picMkLst>
        </pc:picChg>
        <pc:picChg chg="add del mod">
          <ac:chgData name="Hui Yang" userId="72d5fd8bf877926f" providerId="LiveId" clId="{7479D363-2D5C-4FBE-ABAC-FBAA446AC1E4}" dt="2024-04-24T14:50:06.550" v="3384" actId="478"/>
          <ac:picMkLst>
            <pc:docMk/>
            <pc:sldMk cId="1352907169" sldId="275"/>
            <ac:picMk id="9" creationId="{343B8EBA-1860-3CC0-AD06-8CC8ADB3877D}"/>
          </ac:picMkLst>
        </pc:picChg>
        <pc:picChg chg="add del mod">
          <ac:chgData name="Hui Yang" userId="72d5fd8bf877926f" providerId="LiveId" clId="{7479D363-2D5C-4FBE-ABAC-FBAA446AC1E4}" dt="2024-04-24T14:51:21.398" v="3392" actId="478"/>
          <ac:picMkLst>
            <pc:docMk/>
            <pc:sldMk cId="1352907169" sldId="275"/>
            <ac:picMk id="11" creationId="{267BB368-2B8B-492A-D1FF-0ACF1C79762A}"/>
          </ac:picMkLst>
        </pc:picChg>
        <pc:picChg chg="add mod">
          <ac:chgData name="Hui Yang" userId="72d5fd8bf877926f" providerId="LiveId" clId="{7479D363-2D5C-4FBE-ABAC-FBAA446AC1E4}" dt="2024-04-26T12:07:05.142" v="8313" actId="1076"/>
          <ac:picMkLst>
            <pc:docMk/>
            <pc:sldMk cId="1352907169" sldId="275"/>
            <ac:picMk id="13" creationId="{305A90F3-8503-58AB-9764-18B8B232AE3C}"/>
          </ac:picMkLst>
        </pc:picChg>
        <pc:picChg chg="add mod">
          <ac:chgData name="Hui Yang" userId="72d5fd8bf877926f" providerId="LiveId" clId="{7479D363-2D5C-4FBE-ABAC-FBAA446AC1E4}" dt="2024-04-24T14:55:59.733" v="3566" actId="164"/>
          <ac:picMkLst>
            <pc:docMk/>
            <pc:sldMk cId="1352907169" sldId="275"/>
            <ac:picMk id="20" creationId="{F539526A-7AEE-7C85-6655-8A5E32EC4810}"/>
          </ac:picMkLst>
        </pc:picChg>
      </pc:sldChg>
      <pc:sldChg chg="del">
        <pc:chgData name="Hui Yang" userId="72d5fd8bf877926f" providerId="LiveId" clId="{7479D363-2D5C-4FBE-ABAC-FBAA446AC1E4}" dt="2024-04-24T14:22:03.169" v="3199" actId="47"/>
        <pc:sldMkLst>
          <pc:docMk/>
          <pc:sldMk cId="2589149108" sldId="276"/>
        </pc:sldMkLst>
      </pc:sldChg>
      <pc:sldChg chg="addSp delSp modSp mod modTransition modAnim modNotesTx">
        <pc:chgData name="Hui Yang" userId="72d5fd8bf877926f" providerId="LiveId" clId="{7479D363-2D5C-4FBE-ABAC-FBAA446AC1E4}" dt="2024-05-07T12:16:18.500" v="28460" actId="20577"/>
        <pc:sldMkLst>
          <pc:docMk/>
          <pc:sldMk cId="4168218747" sldId="277"/>
        </pc:sldMkLst>
        <pc:spChg chg="del">
          <ac:chgData name="Hui Yang" userId="72d5fd8bf877926f" providerId="LiveId" clId="{7479D363-2D5C-4FBE-ABAC-FBAA446AC1E4}" dt="2024-04-25T08:01:26.933" v="4656" actId="478"/>
          <ac:spMkLst>
            <pc:docMk/>
            <pc:sldMk cId="4168218747" sldId="277"/>
            <ac:spMk id="3" creationId="{2EF6B9B4-2E43-1087-438F-8180173522DD}"/>
          </ac:spMkLst>
        </pc:spChg>
        <pc:spChg chg="del topLvl">
          <ac:chgData name="Hui Yang" userId="72d5fd8bf877926f" providerId="LiveId" clId="{7479D363-2D5C-4FBE-ABAC-FBAA446AC1E4}" dt="2024-04-25T08:27:57.909" v="4736" actId="478"/>
          <ac:spMkLst>
            <pc:docMk/>
            <pc:sldMk cId="4168218747" sldId="277"/>
            <ac:spMk id="3" creationId="{AF2C19EB-9E8B-FDD6-9AB7-B66A43E66F89}"/>
          </ac:spMkLst>
        </pc:spChg>
        <pc:spChg chg="add mod">
          <ac:chgData name="Hui Yang" userId="72d5fd8bf877926f" providerId="LiveId" clId="{7479D363-2D5C-4FBE-ABAC-FBAA446AC1E4}" dt="2024-04-25T08:27:11.900" v="4716" actId="164"/>
          <ac:spMkLst>
            <pc:docMk/>
            <pc:sldMk cId="4168218747" sldId="277"/>
            <ac:spMk id="17" creationId="{16A61C7F-D3B0-ED0B-F450-DD87E8530FE6}"/>
          </ac:spMkLst>
        </pc:spChg>
        <pc:spChg chg="add mod">
          <ac:chgData name="Hui Yang" userId="72d5fd8bf877926f" providerId="LiveId" clId="{7479D363-2D5C-4FBE-ABAC-FBAA446AC1E4}" dt="2024-04-25T08:27:34.856" v="4729" actId="164"/>
          <ac:spMkLst>
            <pc:docMk/>
            <pc:sldMk cId="4168218747" sldId="277"/>
            <ac:spMk id="19" creationId="{25CD5E75-6216-4829-75CD-D90459A23DDA}"/>
          </ac:spMkLst>
        </pc:spChg>
        <pc:spChg chg="add mod">
          <ac:chgData name="Hui Yang" userId="72d5fd8bf877926f" providerId="LiveId" clId="{7479D363-2D5C-4FBE-ABAC-FBAA446AC1E4}" dt="2024-04-25T08:27:40.973" v="4732" actId="20577"/>
          <ac:spMkLst>
            <pc:docMk/>
            <pc:sldMk cId="4168218747" sldId="277"/>
            <ac:spMk id="20" creationId="{42CF81FC-4566-37F1-BAD6-027B7A6C650A}"/>
          </ac:spMkLst>
        </pc:spChg>
        <pc:spChg chg="add mod">
          <ac:chgData name="Hui Yang" userId="72d5fd8bf877926f" providerId="LiveId" clId="{7479D363-2D5C-4FBE-ABAC-FBAA446AC1E4}" dt="2024-04-25T08:28:02.790" v="4741" actId="164"/>
          <ac:spMkLst>
            <pc:docMk/>
            <pc:sldMk cId="4168218747" sldId="277"/>
            <ac:spMk id="21" creationId="{AF2C19EB-9E8B-FDD6-9AB7-B66A43E66F89}"/>
          </ac:spMkLst>
        </pc:spChg>
        <pc:spChg chg="add mod">
          <ac:chgData name="Hui Yang" userId="72d5fd8bf877926f" providerId="LiveId" clId="{7479D363-2D5C-4FBE-ABAC-FBAA446AC1E4}" dt="2024-04-25T08:46:08.266" v="5000" actId="164"/>
          <ac:spMkLst>
            <pc:docMk/>
            <pc:sldMk cId="4168218747" sldId="277"/>
            <ac:spMk id="26" creationId="{9DF7DA6A-DC9B-C7AB-B2DF-2E87E62E4622}"/>
          </ac:spMkLst>
        </pc:spChg>
        <pc:spChg chg="add mod">
          <ac:chgData name="Hui Yang" userId="72d5fd8bf877926f" providerId="LiveId" clId="{7479D363-2D5C-4FBE-ABAC-FBAA446AC1E4}" dt="2024-05-07T12:16:18.500" v="28460" actId="20577"/>
          <ac:spMkLst>
            <pc:docMk/>
            <pc:sldMk cId="4168218747" sldId="277"/>
            <ac:spMk id="27" creationId="{17AC8BEE-D6F5-58D4-DF14-EBE08E435472}"/>
          </ac:spMkLst>
        </pc:spChg>
        <pc:grpChg chg="add mod">
          <ac:chgData name="Hui Yang" userId="72d5fd8bf877926f" providerId="LiveId" clId="{7479D363-2D5C-4FBE-ABAC-FBAA446AC1E4}" dt="2024-04-25T08:27:11.900" v="4716" actId="164"/>
          <ac:grpSpMkLst>
            <pc:docMk/>
            <pc:sldMk cId="4168218747" sldId="277"/>
            <ac:grpSpMk id="18" creationId="{DB26C9F6-6839-F262-308E-A3FFF16B666C}"/>
          </ac:grpSpMkLst>
        </pc:grpChg>
        <pc:grpChg chg="add mod">
          <ac:chgData name="Hui Yang" userId="72d5fd8bf877926f" providerId="LiveId" clId="{7479D363-2D5C-4FBE-ABAC-FBAA446AC1E4}" dt="2024-04-25T08:27:34.856" v="4729" actId="164"/>
          <ac:grpSpMkLst>
            <pc:docMk/>
            <pc:sldMk cId="4168218747" sldId="277"/>
            <ac:grpSpMk id="22" creationId="{82AE9DA4-887F-0520-0460-67391E82015F}"/>
          </ac:grpSpMkLst>
        </pc:grpChg>
        <pc:grpChg chg="add mod">
          <ac:chgData name="Hui Yang" userId="72d5fd8bf877926f" providerId="LiveId" clId="{7479D363-2D5C-4FBE-ABAC-FBAA446AC1E4}" dt="2024-04-25T08:27:36.707" v="4730" actId="164"/>
          <ac:grpSpMkLst>
            <pc:docMk/>
            <pc:sldMk cId="4168218747" sldId="277"/>
            <ac:grpSpMk id="23" creationId="{8E7644E1-9456-92C7-1ED1-46A5042B25B7}"/>
          </ac:grpSpMkLst>
        </pc:grpChg>
        <pc:grpChg chg="add del mod">
          <ac:chgData name="Hui Yang" userId="72d5fd8bf877926f" providerId="LiveId" clId="{7479D363-2D5C-4FBE-ABAC-FBAA446AC1E4}" dt="2024-04-25T08:27:57.909" v="4736" actId="478"/>
          <ac:grpSpMkLst>
            <pc:docMk/>
            <pc:sldMk cId="4168218747" sldId="277"/>
            <ac:grpSpMk id="24" creationId="{64860CA6-BDEE-960A-C8A0-A6F5CD8A3773}"/>
          </ac:grpSpMkLst>
        </pc:grpChg>
        <pc:grpChg chg="add mod">
          <ac:chgData name="Hui Yang" userId="72d5fd8bf877926f" providerId="LiveId" clId="{7479D363-2D5C-4FBE-ABAC-FBAA446AC1E4}" dt="2024-04-25T08:28:02.790" v="4741" actId="164"/>
          <ac:grpSpMkLst>
            <pc:docMk/>
            <pc:sldMk cId="4168218747" sldId="277"/>
            <ac:grpSpMk id="25" creationId="{31EA53FC-F30F-7361-1E43-C23A0D5A6F6B}"/>
          </ac:grpSpMkLst>
        </pc:grpChg>
        <pc:grpChg chg="add mod">
          <ac:chgData name="Hui Yang" userId="72d5fd8bf877926f" providerId="LiveId" clId="{7479D363-2D5C-4FBE-ABAC-FBAA446AC1E4}" dt="2024-04-25T08:46:10.470" v="5001" actId="1076"/>
          <ac:grpSpMkLst>
            <pc:docMk/>
            <pc:sldMk cId="4168218747" sldId="277"/>
            <ac:grpSpMk id="28" creationId="{B055AD32-925B-95B6-79B9-CDE25C870422}"/>
          </ac:grpSpMkLst>
        </pc:grpChg>
        <pc:graphicFrameChg chg="add del mod">
          <ac:chgData name="Hui Yang" userId="72d5fd8bf877926f" providerId="LiveId" clId="{7479D363-2D5C-4FBE-ABAC-FBAA446AC1E4}" dt="2024-04-25T08:03:24.783" v="4664" actId="478"/>
          <ac:graphicFrameMkLst>
            <pc:docMk/>
            <pc:sldMk cId="4168218747" sldId="277"/>
            <ac:graphicFrameMk id="5" creationId="{37FC1FD0-11BC-6399-C6C6-D0783ED3C022}"/>
          </ac:graphicFrameMkLst>
        </pc:graphicFrameChg>
        <pc:graphicFrameChg chg="add del mod">
          <ac:chgData name="Hui Yang" userId="72d5fd8bf877926f" providerId="LiveId" clId="{7479D363-2D5C-4FBE-ABAC-FBAA446AC1E4}" dt="2024-04-25T08:03:24.783" v="4664" actId="478"/>
          <ac:graphicFrameMkLst>
            <pc:docMk/>
            <pc:sldMk cId="4168218747" sldId="277"/>
            <ac:graphicFrameMk id="6" creationId="{FB9B4AFB-1E29-1FCE-09C5-2CF04A8788ED}"/>
          </ac:graphicFrameMkLst>
        </pc:graphicFrameChg>
        <pc:graphicFrameChg chg="add del mod">
          <ac:chgData name="Hui Yang" userId="72d5fd8bf877926f" providerId="LiveId" clId="{7479D363-2D5C-4FBE-ABAC-FBAA446AC1E4}" dt="2024-04-25T08:03:24.783" v="4664" actId="478"/>
          <ac:graphicFrameMkLst>
            <pc:docMk/>
            <pc:sldMk cId="4168218747" sldId="277"/>
            <ac:graphicFrameMk id="7" creationId="{A7024273-1739-F4F7-7808-8E580687EA59}"/>
          </ac:graphicFrameMkLst>
        </pc:graphicFrameChg>
        <pc:graphicFrameChg chg="add del mod">
          <ac:chgData name="Hui Yang" userId="72d5fd8bf877926f" providerId="LiveId" clId="{7479D363-2D5C-4FBE-ABAC-FBAA446AC1E4}" dt="2024-04-25T08:03:24.783" v="4664" actId="478"/>
          <ac:graphicFrameMkLst>
            <pc:docMk/>
            <pc:sldMk cId="4168218747" sldId="277"/>
            <ac:graphicFrameMk id="8" creationId="{AB513C8C-8FD9-BB06-787F-FD8F4A5F2ADB}"/>
          </ac:graphicFrameMkLst>
        </pc:graphicFrameChg>
        <pc:picChg chg="add del mod">
          <ac:chgData name="Hui Yang" userId="72d5fd8bf877926f" providerId="LiveId" clId="{7479D363-2D5C-4FBE-ABAC-FBAA446AC1E4}" dt="2024-04-25T08:27:11.900" v="4716" actId="164"/>
          <ac:picMkLst>
            <pc:docMk/>
            <pc:sldMk cId="4168218747" sldId="277"/>
            <ac:picMk id="10" creationId="{F3EBB48C-FB3A-DF30-931E-6B0DD09C8055}"/>
          </ac:picMkLst>
        </pc:picChg>
        <pc:picChg chg="add del mod">
          <ac:chgData name="Hui Yang" userId="72d5fd8bf877926f" providerId="LiveId" clId="{7479D363-2D5C-4FBE-ABAC-FBAA446AC1E4}" dt="2024-04-25T08:27:34.856" v="4729" actId="164"/>
          <ac:picMkLst>
            <pc:docMk/>
            <pc:sldMk cId="4168218747" sldId="277"/>
            <ac:picMk id="12" creationId="{7211B702-DE50-856F-BA67-B26B017542ED}"/>
          </ac:picMkLst>
        </pc:picChg>
        <pc:picChg chg="add del mod">
          <ac:chgData name="Hui Yang" userId="72d5fd8bf877926f" providerId="LiveId" clId="{7479D363-2D5C-4FBE-ABAC-FBAA446AC1E4}" dt="2024-04-25T08:27:36.707" v="4730" actId="164"/>
          <ac:picMkLst>
            <pc:docMk/>
            <pc:sldMk cId="4168218747" sldId="277"/>
            <ac:picMk id="14" creationId="{D3F993AA-823E-9C27-02C8-5C272CD08A9C}"/>
          </ac:picMkLst>
        </pc:picChg>
        <pc:picChg chg="add del mod topLvl">
          <ac:chgData name="Hui Yang" userId="72d5fd8bf877926f" providerId="LiveId" clId="{7479D363-2D5C-4FBE-ABAC-FBAA446AC1E4}" dt="2024-04-25T08:28:02.790" v="4741" actId="164"/>
          <ac:picMkLst>
            <pc:docMk/>
            <pc:sldMk cId="4168218747" sldId="277"/>
            <ac:picMk id="16" creationId="{629DB402-182F-3880-FA78-36A363FD701D}"/>
          </ac:picMkLst>
        </pc:picChg>
      </pc:sldChg>
      <pc:sldChg chg="addSp delSp modSp mod ord modTransition modNotesTx">
        <pc:chgData name="Hui Yang" userId="72d5fd8bf877926f" providerId="LiveId" clId="{7479D363-2D5C-4FBE-ABAC-FBAA446AC1E4}" dt="2024-05-07T12:15:02.512" v="28443" actId="20577"/>
        <pc:sldMkLst>
          <pc:docMk/>
          <pc:sldMk cId="2677421679" sldId="278"/>
        </pc:sldMkLst>
        <pc:spChg chg="del">
          <ac:chgData name="Hui Yang" userId="72d5fd8bf877926f" providerId="LiveId" clId="{7479D363-2D5C-4FBE-ABAC-FBAA446AC1E4}" dt="2024-04-25T08:58:22.143" v="5003" actId="478"/>
          <ac:spMkLst>
            <pc:docMk/>
            <pc:sldMk cId="2677421679" sldId="278"/>
            <ac:spMk id="3" creationId="{3E35731F-7981-B6CB-7DB6-337BA8ADDB03}"/>
          </ac:spMkLst>
        </pc:spChg>
        <pc:spChg chg="add del mod topLvl">
          <ac:chgData name="Hui Yang" userId="72d5fd8bf877926f" providerId="LiveId" clId="{7479D363-2D5C-4FBE-ABAC-FBAA446AC1E4}" dt="2024-04-25T09:02:55.482" v="5095" actId="478"/>
          <ac:spMkLst>
            <pc:docMk/>
            <pc:sldMk cId="2677421679" sldId="278"/>
            <ac:spMk id="7" creationId="{9D15A2C1-1722-3DF8-4838-F8B22C2DAE4A}"/>
          </ac:spMkLst>
        </pc:spChg>
        <pc:spChg chg="add del mod topLvl">
          <ac:chgData name="Hui Yang" userId="72d5fd8bf877926f" providerId="LiveId" clId="{7479D363-2D5C-4FBE-ABAC-FBAA446AC1E4}" dt="2024-04-25T09:02:53.629" v="5094" actId="21"/>
          <ac:spMkLst>
            <pc:docMk/>
            <pc:sldMk cId="2677421679" sldId="278"/>
            <ac:spMk id="8" creationId="{31E7C2AF-A276-D0F2-3FA3-A6C9281C02E0}"/>
          </ac:spMkLst>
        </pc:spChg>
        <pc:spChg chg="add mod">
          <ac:chgData name="Hui Yang" userId="72d5fd8bf877926f" providerId="LiveId" clId="{7479D363-2D5C-4FBE-ABAC-FBAA446AC1E4}" dt="2024-04-25T09:03:01.245" v="5099" actId="1076"/>
          <ac:spMkLst>
            <pc:docMk/>
            <pc:sldMk cId="2677421679" sldId="278"/>
            <ac:spMk id="10" creationId="{31E7C2AF-A276-D0F2-3FA3-A6C9281C02E0}"/>
          </ac:spMkLst>
        </pc:spChg>
        <pc:spChg chg="mod">
          <ac:chgData name="Hui Yang" userId="72d5fd8bf877926f" providerId="LiveId" clId="{7479D363-2D5C-4FBE-ABAC-FBAA446AC1E4}" dt="2024-04-25T09:03:05.900" v="5100"/>
          <ac:spMkLst>
            <pc:docMk/>
            <pc:sldMk cId="2677421679" sldId="278"/>
            <ac:spMk id="12" creationId="{EAAC3893-4505-9108-A549-6A39B9594728}"/>
          </ac:spMkLst>
        </pc:spChg>
        <pc:spChg chg="mod">
          <ac:chgData name="Hui Yang" userId="72d5fd8bf877926f" providerId="LiveId" clId="{7479D363-2D5C-4FBE-ABAC-FBAA446AC1E4}" dt="2024-05-07T12:15:02.512" v="28443" actId="20577"/>
          <ac:spMkLst>
            <pc:docMk/>
            <pc:sldMk cId="2677421679" sldId="278"/>
            <ac:spMk id="13" creationId="{FA6FE4E9-8ED5-D244-DAA3-E55C483F91D0}"/>
          </ac:spMkLst>
        </pc:spChg>
        <pc:grpChg chg="add del mod">
          <ac:chgData name="Hui Yang" userId="72d5fd8bf877926f" providerId="LiveId" clId="{7479D363-2D5C-4FBE-ABAC-FBAA446AC1E4}" dt="2024-04-25T09:02:53.629" v="5094" actId="21"/>
          <ac:grpSpMkLst>
            <pc:docMk/>
            <pc:sldMk cId="2677421679" sldId="278"/>
            <ac:grpSpMk id="9" creationId="{BF14CD5E-A1B6-8FFC-1AD1-FB971C20B06F}"/>
          </ac:grpSpMkLst>
        </pc:grpChg>
        <pc:grpChg chg="add mod">
          <ac:chgData name="Hui Yang" userId="72d5fd8bf877926f" providerId="LiveId" clId="{7479D363-2D5C-4FBE-ABAC-FBAA446AC1E4}" dt="2024-04-25T09:03:05.900" v="5100"/>
          <ac:grpSpMkLst>
            <pc:docMk/>
            <pc:sldMk cId="2677421679" sldId="278"/>
            <ac:grpSpMk id="11" creationId="{F6B8607E-C1A5-80C5-FB7E-8FB378E9A642}"/>
          </ac:grpSpMkLst>
        </pc:grpChg>
        <pc:picChg chg="add mod">
          <ac:chgData name="Hui Yang" userId="72d5fd8bf877926f" providerId="LiveId" clId="{7479D363-2D5C-4FBE-ABAC-FBAA446AC1E4}" dt="2024-04-25T11:27:10.671" v="5655" actId="1076"/>
          <ac:picMkLst>
            <pc:docMk/>
            <pc:sldMk cId="2677421679" sldId="278"/>
            <ac:picMk id="6" creationId="{49290FCD-827E-07A0-9D65-ED9DEEE69437}"/>
          </ac:picMkLst>
        </pc:picChg>
      </pc:sldChg>
      <pc:sldChg chg="addSp delSp modSp mod modTransition modNotesTx">
        <pc:chgData name="Hui Yang" userId="72d5fd8bf877926f" providerId="LiveId" clId="{7479D363-2D5C-4FBE-ABAC-FBAA446AC1E4}" dt="2024-05-06T07:11:29.105" v="23201" actId="20577"/>
        <pc:sldMkLst>
          <pc:docMk/>
          <pc:sldMk cId="3925121946" sldId="279"/>
        </pc:sldMkLst>
        <pc:spChg chg="del">
          <ac:chgData name="Hui Yang" userId="72d5fd8bf877926f" providerId="LiveId" clId="{7479D363-2D5C-4FBE-ABAC-FBAA446AC1E4}" dt="2024-04-25T08:46:26.013" v="5002" actId="478"/>
          <ac:spMkLst>
            <pc:docMk/>
            <pc:sldMk cId="3925121946" sldId="279"/>
            <ac:spMk id="3" creationId="{4EB02DB7-7B9E-95C9-30B6-D7C5A709F80A}"/>
          </ac:spMkLst>
        </pc:spChg>
        <pc:spChg chg="add del mod">
          <ac:chgData name="Hui Yang" userId="72d5fd8bf877926f" providerId="LiveId" clId="{7479D363-2D5C-4FBE-ABAC-FBAA446AC1E4}" dt="2024-04-25T11:26:21.395" v="5644" actId="478"/>
          <ac:spMkLst>
            <pc:docMk/>
            <pc:sldMk cId="3925121946" sldId="279"/>
            <ac:spMk id="12" creationId="{7BE48AA0-E437-25C7-BBAD-0BB6776F73E0}"/>
          </ac:spMkLst>
        </pc:spChg>
        <pc:spChg chg="add del mod">
          <ac:chgData name="Hui Yang" userId="72d5fd8bf877926f" providerId="LiveId" clId="{7479D363-2D5C-4FBE-ABAC-FBAA446AC1E4}" dt="2024-04-25T11:27:00.751" v="5651"/>
          <ac:spMkLst>
            <pc:docMk/>
            <pc:sldMk cId="3925121946" sldId="279"/>
            <ac:spMk id="13" creationId="{8F4094F9-E5DF-49F0-6ED3-7EB621051A5D}"/>
          </ac:spMkLst>
        </pc:spChg>
        <pc:spChg chg="add del mod">
          <ac:chgData name="Hui Yang" userId="72d5fd8bf877926f" providerId="LiveId" clId="{7479D363-2D5C-4FBE-ABAC-FBAA446AC1E4}" dt="2024-04-25T11:34:09.433" v="6055" actId="478"/>
          <ac:spMkLst>
            <pc:docMk/>
            <pc:sldMk cId="3925121946" sldId="279"/>
            <ac:spMk id="14" creationId="{05BB4B5D-80EA-A1E1-C3AB-B11BB6434A52}"/>
          </ac:spMkLst>
        </pc:spChg>
        <pc:spChg chg="add mod">
          <ac:chgData name="Hui Yang" userId="72d5fd8bf877926f" providerId="LiveId" clId="{7479D363-2D5C-4FBE-ABAC-FBAA446AC1E4}" dt="2024-04-25T11:27:22.042" v="5659"/>
          <ac:spMkLst>
            <pc:docMk/>
            <pc:sldMk cId="3925121946" sldId="279"/>
            <ac:spMk id="15" creationId="{4C365F6D-6F85-5B18-173D-DFFF203559EC}"/>
          </ac:spMkLst>
        </pc:spChg>
        <pc:spChg chg="mod">
          <ac:chgData name="Hui Yang" userId="72d5fd8bf877926f" providerId="LiveId" clId="{7479D363-2D5C-4FBE-ABAC-FBAA446AC1E4}" dt="2024-04-25T11:27:26.801" v="5660"/>
          <ac:spMkLst>
            <pc:docMk/>
            <pc:sldMk cId="3925121946" sldId="279"/>
            <ac:spMk id="17" creationId="{E615C4BF-B6EE-3728-EFA8-6157625CDF18}"/>
          </ac:spMkLst>
        </pc:spChg>
        <pc:spChg chg="mod">
          <ac:chgData name="Hui Yang" userId="72d5fd8bf877926f" providerId="LiveId" clId="{7479D363-2D5C-4FBE-ABAC-FBAA446AC1E4}" dt="2024-04-25T11:32:40.122" v="5988" actId="20577"/>
          <ac:spMkLst>
            <pc:docMk/>
            <pc:sldMk cId="3925121946" sldId="279"/>
            <ac:spMk id="18" creationId="{C52F010B-79B0-7FC9-EBC5-98EAA0F29110}"/>
          </ac:spMkLst>
        </pc:spChg>
        <pc:grpChg chg="add mod">
          <ac:chgData name="Hui Yang" userId="72d5fd8bf877926f" providerId="LiveId" clId="{7479D363-2D5C-4FBE-ABAC-FBAA446AC1E4}" dt="2024-04-25T11:27:26.801" v="5660"/>
          <ac:grpSpMkLst>
            <pc:docMk/>
            <pc:sldMk cId="3925121946" sldId="279"/>
            <ac:grpSpMk id="16" creationId="{0EEFAEF2-BD8E-EF80-8AB2-31B29B216169}"/>
          </ac:grpSpMkLst>
        </pc:grpChg>
        <pc:picChg chg="add del mod">
          <ac:chgData name="Hui Yang" userId="72d5fd8bf877926f" providerId="LiveId" clId="{7479D363-2D5C-4FBE-ABAC-FBAA446AC1E4}" dt="2024-04-25T09:12:36.136" v="5321" actId="21"/>
          <ac:picMkLst>
            <pc:docMk/>
            <pc:sldMk cId="3925121946" sldId="279"/>
            <ac:picMk id="6" creationId="{C42C2D79-DEFD-4BAB-8378-3E73CC144BA3}"/>
          </ac:picMkLst>
        </pc:picChg>
        <pc:picChg chg="add del mod">
          <ac:chgData name="Hui Yang" userId="72d5fd8bf877926f" providerId="LiveId" clId="{7479D363-2D5C-4FBE-ABAC-FBAA446AC1E4}" dt="2024-04-25T09:12:36.136" v="5321" actId="21"/>
          <ac:picMkLst>
            <pc:docMk/>
            <pc:sldMk cId="3925121946" sldId="279"/>
            <ac:picMk id="8" creationId="{57B4AAD0-2C87-B8AA-459F-B9BEC4C8B45B}"/>
          </ac:picMkLst>
        </pc:picChg>
        <pc:picChg chg="add del mod">
          <ac:chgData name="Hui Yang" userId="72d5fd8bf877926f" providerId="LiveId" clId="{7479D363-2D5C-4FBE-ABAC-FBAA446AC1E4}" dt="2024-04-25T11:34:34.588" v="6057" actId="1076"/>
          <ac:picMkLst>
            <pc:docMk/>
            <pc:sldMk cId="3925121946" sldId="279"/>
            <ac:picMk id="10" creationId="{7C212F6D-3387-1095-512D-432F46A48304}"/>
          </ac:picMkLst>
        </pc:picChg>
        <pc:picChg chg="add mod">
          <ac:chgData name="Hui Yang" userId="72d5fd8bf877926f" providerId="LiveId" clId="{7479D363-2D5C-4FBE-ABAC-FBAA446AC1E4}" dt="2024-04-25T09:14:10.476" v="5341"/>
          <ac:picMkLst>
            <pc:docMk/>
            <pc:sldMk cId="3925121946" sldId="279"/>
            <ac:picMk id="11" creationId="{7C212F6D-3387-1095-512D-432F46A48304}"/>
          </ac:picMkLst>
        </pc:picChg>
      </pc:sldChg>
      <pc:sldChg chg="addSp delSp modSp mod modTransition modNotesTx">
        <pc:chgData name="Hui Yang" userId="72d5fd8bf877926f" providerId="LiveId" clId="{7479D363-2D5C-4FBE-ABAC-FBAA446AC1E4}" dt="2024-04-29T12:34:12.722" v="20991" actId="20577"/>
        <pc:sldMkLst>
          <pc:docMk/>
          <pc:sldMk cId="656227446" sldId="280"/>
        </pc:sldMkLst>
        <pc:spChg chg="del">
          <ac:chgData name="Hui Yang" userId="72d5fd8bf877926f" providerId="LiveId" clId="{7479D363-2D5C-4FBE-ABAC-FBAA446AC1E4}" dt="2024-04-25T09:12:38.947" v="5323" actId="478"/>
          <ac:spMkLst>
            <pc:docMk/>
            <pc:sldMk cId="656227446" sldId="280"/>
            <ac:spMk id="3" creationId="{3A3BA848-A8A3-DCBD-0105-67F5B1753BF7}"/>
          </ac:spMkLst>
        </pc:spChg>
        <pc:spChg chg="add mod">
          <ac:chgData name="Hui Yang" userId="72d5fd8bf877926f" providerId="LiveId" clId="{7479D363-2D5C-4FBE-ABAC-FBAA446AC1E4}" dt="2024-04-25T09:25:32.002" v="5457" actId="164"/>
          <ac:spMkLst>
            <pc:docMk/>
            <pc:sldMk cId="656227446" sldId="280"/>
            <ac:spMk id="5" creationId="{646A4417-F800-193F-6CBD-101252751459}"/>
          </ac:spMkLst>
        </pc:spChg>
        <pc:spChg chg="add mod">
          <ac:chgData name="Hui Yang" userId="72d5fd8bf877926f" providerId="LiveId" clId="{7479D363-2D5C-4FBE-ABAC-FBAA446AC1E4}" dt="2024-04-25T09:25:33.289" v="5458" actId="164"/>
          <ac:spMkLst>
            <pc:docMk/>
            <pc:sldMk cId="656227446" sldId="280"/>
            <ac:spMk id="7" creationId="{E61B34D4-64C1-B845-F1CA-58B595BD7C1B}"/>
          </ac:spMkLst>
        </pc:spChg>
        <pc:spChg chg="add mod">
          <ac:chgData name="Hui Yang" userId="72d5fd8bf877926f" providerId="LiveId" clId="{7479D363-2D5C-4FBE-ABAC-FBAA446AC1E4}" dt="2024-04-25T09:28:51.568" v="5637" actId="20577"/>
          <ac:spMkLst>
            <pc:docMk/>
            <pc:sldMk cId="656227446" sldId="280"/>
            <ac:spMk id="12" creationId="{2E28638D-B020-D5DC-2460-B9CD28DA7E37}"/>
          </ac:spMkLst>
        </pc:spChg>
        <pc:spChg chg="mod">
          <ac:chgData name="Hui Yang" userId="72d5fd8bf877926f" providerId="LiveId" clId="{7479D363-2D5C-4FBE-ABAC-FBAA446AC1E4}" dt="2024-04-25T09:25:40.395" v="5460"/>
          <ac:spMkLst>
            <pc:docMk/>
            <pc:sldMk cId="656227446" sldId="280"/>
            <ac:spMk id="14" creationId="{3570E05A-0B04-6202-E32E-C7F3A74EF552}"/>
          </ac:spMkLst>
        </pc:spChg>
        <pc:spChg chg="mod">
          <ac:chgData name="Hui Yang" userId="72d5fd8bf877926f" providerId="LiveId" clId="{7479D363-2D5C-4FBE-ABAC-FBAA446AC1E4}" dt="2024-04-25T09:25:44.832" v="5461" actId="20577"/>
          <ac:spMkLst>
            <pc:docMk/>
            <pc:sldMk cId="656227446" sldId="280"/>
            <ac:spMk id="15" creationId="{E4FD12C8-A1DA-3E31-1193-BE587800F4BC}"/>
          </ac:spMkLst>
        </pc:spChg>
        <pc:grpChg chg="add mod">
          <ac:chgData name="Hui Yang" userId="72d5fd8bf877926f" providerId="LiveId" clId="{7479D363-2D5C-4FBE-ABAC-FBAA446AC1E4}" dt="2024-04-25T09:25:32.002" v="5457" actId="164"/>
          <ac:grpSpMkLst>
            <pc:docMk/>
            <pc:sldMk cId="656227446" sldId="280"/>
            <ac:grpSpMk id="9" creationId="{7F256449-31CE-595B-025F-459F91BC062F}"/>
          </ac:grpSpMkLst>
        </pc:grpChg>
        <pc:grpChg chg="add mod">
          <ac:chgData name="Hui Yang" userId="72d5fd8bf877926f" providerId="LiveId" clId="{7479D363-2D5C-4FBE-ABAC-FBAA446AC1E4}" dt="2024-04-25T09:25:33.289" v="5458" actId="164"/>
          <ac:grpSpMkLst>
            <pc:docMk/>
            <pc:sldMk cId="656227446" sldId="280"/>
            <ac:grpSpMk id="11" creationId="{23AA809C-ADD2-E3DA-F481-5BB788D337C8}"/>
          </ac:grpSpMkLst>
        </pc:grpChg>
        <pc:grpChg chg="add mod">
          <ac:chgData name="Hui Yang" userId="72d5fd8bf877926f" providerId="LiveId" clId="{7479D363-2D5C-4FBE-ABAC-FBAA446AC1E4}" dt="2024-04-25T09:25:40.395" v="5460"/>
          <ac:grpSpMkLst>
            <pc:docMk/>
            <pc:sldMk cId="656227446" sldId="280"/>
            <ac:grpSpMk id="13" creationId="{873BC687-91AF-21CF-D25F-A456B243FDB1}"/>
          </ac:grpSpMkLst>
        </pc:grpChg>
        <pc:picChg chg="add mod">
          <ac:chgData name="Hui Yang" userId="72d5fd8bf877926f" providerId="LiveId" clId="{7479D363-2D5C-4FBE-ABAC-FBAA446AC1E4}" dt="2024-04-25T09:25:32.002" v="5457" actId="164"/>
          <ac:picMkLst>
            <pc:docMk/>
            <pc:sldMk cId="656227446" sldId="280"/>
            <ac:picMk id="6" creationId="{C42C2D79-DEFD-4BAB-8378-3E73CC144BA3}"/>
          </ac:picMkLst>
        </pc:picChg>
        <pc:picChg chg="add del mod">
          <ac:chgData name="Hui Yang" userId="72d5fd8bf877926f" providerId="LiveId" clId="{7479D363-2D5C-4FBE-ABAC-FBAA446AC1E4}" dt="2024-04-25T09:25:33.289" v="5458" actId="164"/>
          <ac:picMkLst>
            <pc:docMk/>
            <pc:sldMk cId="656227446" sldId="280"/>
            <ac:picMk id="8" creationId="{57B4AAD0-2C87-B8AA-459F-B9BEC4C8B45B}"/>
          </ac:picMkLst>
        </pc:picChg>
        <pc:picChg chg="add del mod">
          <ac:chgData name="Hui Yang" userId="72d5fd8bf877926f" providerId="LiveId" clId="{7479D363-2D5C-4FBE-ABAC-FBAA446AC1E4}" dt="2024-04-25T09:14:15.099" v="5345" actId="1076"/>
          <ac:picMkLst>
            <pc:docMk/>
            <pc:sldMk cId="656227446" sldId="280"/>
            <ac:picMk id="10" creationId="{7C212F6D-3387-1095-512D-432F46A48304}"/>
          </ac:picMkLst>
        </pc:picChg>
      </pc:sldChg>
      <pc:sldChg chg="addSp delSp modSp mod modTransition delAnim modAnim modNotesTx">
        <pc:chgData name="Hui Yang" userId="72d5fd8bf877926f" providerId="LiveId" clId="{7479D363-2D5C-4FBE-ABAC-FBAA446AC1E4}" dt="2024-05-07T12:15:59.818" v="28452" actId="20577"/>
        <pc:sldMkLst>
          <pc:docMk/>
          <pc:sldMk cId="820092608" sldId="281"/>
        </pc:sldMkLst>
        <pc:spChg chg="del">
          <ac:chgData name="Hui Yang" userId="72d5fd8bf877926f" providerId="LiveId" clId="{7479D363-2D5C-4FBE-ABAC-FBAA446AC1E4}" dt="2024-04-25T11:48:14.983" v="6289" actId="478"/>
          <ac:spMkLst>
            <pc:docMk/>
            <pc:sldMk cId="820092608" sldId="281"/>
            <ac:spMk id="3" creationId="{D86E8974-238E-DD6A-DD85-5CBF10140473}"/>
          </ac:spMkLst>
        </pc:spChg>
        <pc:spChg chg="mod">
          <ac:chgData name="Hui Yang" userId="72d5fd8bf877926f" providerId="LiveId" clId="{7479D363-2D5C-4FBE-ABAC-FBAA446AC1E4}" dt="2024-04-29T12:14:55.145" v="20301"/>
          <ac:spMkLst>
            <pc:docMk/>
            <pc:sldMk cId="820092608" sldId="281"/>
            <ac:spMk id="5" creationId="{58ED3879-EEAD-148E-AF0A-4F9397C37985}"/>
          </ac:spMkLst>
        </pc:spChg>
        <pc:spChg chg="add del">
          <ac:chgData name="Hui Yang" userId="72d5fd8bf877926f" providerId="LiveId" clId="{7479D363-2D5C-4FBE-ABAC-FBAA446AC1E4}" dt="2024-04-25T11:48:25.273" v="6291" actId="478"/>
          <ac:spMkLst>
            <pc:docMk/>
            <pc:sldMk cId="820092608" sldId="281"/>
            <ac:spMk id="5" creationId="{97C77B8B-B4D8-3B05-1D4C-FF725A23608E}"/>
          </ac:spMkLst>
        </pc:spChg>
        <pc:spChg chg="mod">
          <ac:chgData name="Hui Yang" userId="72d5fd8bf877926f" providerId="LiveId" clId="{7479D363-2D5C-4FBE-ABAC-FBAA446AC1E4}" dt="2024-04-29T12:14:55.145" v="20301"/>
          <ac:spMkLst>
            <pc:docMk/>
            <pc:sldMk cId="820092608" sldId="281"/>
            <ac:spMk id="6" creationId="{7212EF1E-CAB9-A561-AEBF-12362EF55CFA}"/>
          </ac:spMkLst>
        </pc:spChg>
        <pc:spChg chg="add del mod">
          <ac:chgData name="Hui Yang" userId="72d5fd8bf877926f" providerId="LiveId" clId="{7479D363-2D5C-4FBE-ABAC-FBAA446AC1E4}" dt="2024-04-25T11:56:00.038" v="6408"/>
          <ac:spMkLst>
            <pc:docMk/>
            <pc:sldMk cId="820092608" sldId="281"/>
            <ac:spMk id="6" creationId="{BDFA0673-1648-1ABD-8EC2-57BF4BB819C8}"/>
          </ac:spMkLst>
        </pc:spChg>
        <pc:spChg chg="add del mod">
          <ac:chgData name="Hui Yang" userId="72d5fd8bf877926f" providerId="LiveId" clId="{7479D363-2D5C-4FBE-ABAC-FBAA446AC1E4}" dt="2024-04-29T12:15:34.145" v="20307" actId="478"/>
          <ac:spMkLst>
            <pc:docMk/>
            <pc:sldMk cId="820092608" sldId="281"/>
            <ac:spMk id="8" creationId="{CF733EA7-02D8-CD62-FF56-EDED3419AAD9}"/>
          </ac:spMkLst>
        </pc:spChg>
        <pc:spChg chg="add mod">
          <ac:chgData name="Hui Yang" userId="72d5fd8bf877926f" providerId="LiveId" clId="{7479D363-2D5C-4FBE-ABAC-FBAA446AC1E4}" dt="2024-05-07T12:15:59.818" v="28452" actId="20577"/>
          <ac:spMkLst>
            <pc:docMk/>
            <pc:sldMk cId="820092608" sldId="281"/>
            <ac:spMk id="9" creationId="{7664FFCC-2ABB-77D3-67CF-4755EE3C0CFF}"/>
          </ac:spMkLst>
        </pc:spChg>
        <pc:grpChg chg="add mod">
          <ac:chgData name="Hui Yang" userId="72d5fd8bf877926f" providerId="LiveId" clId="{7479D363-2D5C-4FBE-ABAC-FBAA446AC1E4}" dt="2024-04-29T12:14:55.145" v="20301"/>
          <ac:grpSpMkLst>
            <pc:docMk/>
            <pc:sldMk cId="820092608" sldId="281"/>
            <ac:grpSpMk id="3" creationId="{9630B3F2-DD78-E9A9-C6CF-11A104480D73}"/>
          </ac:grpSpMkLst>
        </pc:grpChg>
        <pc:picChg chg="mod">
          <ac:chgData name="Hui Yang" userId="72d5fd8bf877926f" providerId="LiveId" clId="{7479D363-2D5C-4FBE-ABAC-FBAA446AC1E4}" dt="2024-04-29T12:14:55.145" v="20301"/>
          <ac:picMkLst>
            <pc:docMk/>
            <pc:sldMk cId="820092608" sldId="281"/>
            <ac:picMk id="7" creationId="{5F9FD093-5EB6-1FAB-405F-5FA7256CFCD1}"/>
          </ac:picMkLst>
        </pc:picChg>
      </pc:sldChg>
      <pc:sldChg chg="modSp mod modTransition modNotesTx">
        <pc:chgData name="Hui Yang" userId="72d5fd8bf877926f" providerId="LiveId" clId="{7479D363-2D5C-4FBE-ABAC-FBAA446AC1E4}" dt="2024-04-29T13:36:15.563" v="21800" actId="20577"/>
        <pc:sldMkLst>
          <pc:docMk/>
          <pc:sldMk cId="3403835393" sldId="517"/>
        </pc:sldMkLst>
        <pc:spChg chg="mod">
          <ac:chgData name="Hui Yang" userId="72d5fd8bf877926f" providerId="LiveId" clId="{7479D363-2D5C-4FBE-ABAC-FBAA446AC1E4}" dt="2024-04-25T14:07:14.141" v="6964" actId="20577"/>
          <ac:spMkLst>
            <pc:docMk/>
            <pc:sldMk cId="3403835393" sldId="517"/>
            <ac:spMk id="46" creationId="{CAB0D1A3-D765-4097-8991-64AEC8AD4F92}"/>
          </ac:spMkLst>
        </pc:spChg>
      </pc:sldChg>
      <pc:sldChg chg="addSp delSp modSp add mod ord modTransition addAnim delAnim modAnim">
        <pc:chgData name="Hui Yang" userId="72d5fd8bf877926f" providerId="LiveId" clId="{7479D363-2D5C-4FBE-ABAC-FBAA446AC1E4}" dt="2024-04-29T13:46:26.618" v="22214" actId="20577"/>
        <pc:sldMkLst>
          <pc:docMk/>
          <pc:sldMk cId="71194070" sldId="518"/>
        </pc:sldMkLst>
        <pc:spChg chg="mod">
          <ac:chgData name="Hui Yang" userId="72d5fd8bf877926f" providerId="LiveId" clId="{7479D363-2D5C-4FBE-ABAC-FBAA446AC1E4}" dt="2024-04-29T13:46:26.618" v="22214" actId="20577"/>
          <ac:spMkLst>
            <pc:docMk/>
            <pc:sldMk cId="71194070" sldId="518"/>
            <ac:spMk id="2" creationId="{A44BBE1B-F705-6F84-C1CA-5AF5AA07CE98}"/>
          </ac:spMkLst>
        </pc:spChg>
        <pc:spChg chg="add mod">
          <ac:chgData name="Hui Yang" userId="72d5fd8bf877926f" providerId="LiveId" clId="{7479D363-2D5C-4FBE-ABAC-FBAA446AC1E4}" dt="2024-04-29T13:40:55.623" v="22164" actId="1076"/>
          <ac:spMkLst>
            <pc:docMk/>
            <pc:sldMk cId="71194070" sldId="518"/>
            <ac:spMk id="6" creationId="{D0E76C3B-6BA7-3642-E758-2F7FF8C40477}"/>
          </ac:spMkLst>
        </pc:spChg>
        <pc:spChg chg="add mod ord">
          <ac:chgData name="Hui Yang" userId="72d5fd8bf877926f" providerId="LiveId" clId="{7479D363-2D5C-4FBE-ABAC-FBAA446AC1E4}" dt="2024-04-29T13:40:55.623" v="22164" actId="1076"/>
          <ac:spMkLst>
            <pc:docMk/>
            <pc:sldMk cId="71194070" sldId="518"/>
            <ac:spMk id="7" creationId="{AF57FBC0-541F-6938-0F51-479234AF0609}"/>
          </ac:spMkLst>
        </pc:spChg>
        <pc:spChg chg="add mod">
          <ac:chgData name="Hui Yang" userId="72d5fd8bf877926f" providerId="LiveId" clId="{7479D363-2D5C-4FBE-ABAC-FBAA446AC1E4}" dt="2024-04-25T09:05:24.770" v="5274"/>
          <ac:spMkLst>
            <pc:docMk/>
            <pc:sldMk cId="71194070" sldId="518"/>
            <ac:spMk id="7" creationId="{C67C0AB9-639D-2D52-C611-5D579E879AA2}"/>
          </ac:spMkLst>
        </pc:spChg>
        <pc:spChg chg="add mod">
          <ac:chgData name="Hui Yang" userId="72d5fd8bf877926f" providerId="LiveId" clId="{7479D363-2D5C-4FBE-ABAC-FBAA446AC1E4}" dt="2024-04-25T09:05:24.770" v="5274"/>
          <ac:spMkLst>
            <pc:docMk/>
            <pc:sldMk cId="71194070" sldId="518"/>
            <ac:spMk id="8" creationId="{AE8686C3-1AC5-7F14-9EAD-E08F27A84806}"/>
          </ac:spMkLst>
        </pc:spChg>
        <pc:spChg chg="add del mod">
          <ac:chgData name="Hui Yang" userId="72d5fd8bf877926f" providerId="LiveId" clId="{7479D363-2D5C-4FBE-ABAC-FBAA446AC1E4}" dt="2024-04-25T11:45:21.558" v="6283" actId="478"/>
          <ac:spMkLst>
            <pc:docMk/>
            <pc:sldMk cId="71194070" sldId="518"/>
            <ac:spMk id="10" creationId="{EB26AB17-411A-BA1B-4EA2-9E949558EFA2}"/>
          </ac:spMkLst>
        </pc:spChg>
        <pc:spChg chg="add del mod">
          <ac:chgData name="Hui Yang" userId="72d5fd8bf877926f" providerId="LiveId" clId="{7479D363-2D5C-4FBE-ABAC-FBAA446AC1E4}" dt="2024-04-25T11:45:21.558" v="6283" actId="478"/>
          <ac:spMkLst>
            <pc:docMk/>
            <pc:sldMk cId="71194070" sldId="518"/>
            <ac:spMk id="11" creationId="{26DEDE26-4342-0FA6-3C42-52C4804995E2}"/>
          </ac:spMkLst>
        </pc:spChg>
        <pc:spChg chg="add mod">
          <ac:chgData name="Hui Yang" userId="72d5fd8bf877926f" providerId="LiveId" clId="{7479D363-2D5C-4FBE-ABAC-FBAA446AC1E4}" dt="2024-04-25T09:05:51.864" v="5284"/>
          <ac:spMkLst>
            <pc:docMk/>
            <pc:sldMk cId="71194070" sldId="518"/>
            <ac:spMk id="13" creationId="{F7359C6B-7F2D-B113-0F44-A16E0342AE11}"/>
          </ac:spMkLst>
        </pc:spChg>
        <pc:spChg chg="add mod">
          <ac:chgData name="Hui Yang" userId="72d5fd8bf877926f" providerId="LiveId" clId="{7479D363-2D5C-4FBE-ABAC-FBAA446AC1E4}" dt="2024-04-25T09:05:51.864" v="5284"/>
          <ac:spMkLst>
            <pc:docMk/>
            <pc:sldMk cId="71194070" sldId="518"/>
            <ac:spMk id="14" creationId="{4826454F-1B58-D79D-2A6C-1A93B8CE9449}"/>
          </ac:spMkLst>
        </pc:spChg>
        <pc:spChg chg="add del mod">
          <ac:chgData name="Hui Yang" userId="72d5fd8bf877926f" providerId="LiveId" clId="{7479D363-2D5C-4FBE-ABAC-FBAA446AC1E4}" dt="2024-04-25T11:45:09.264" v="6275" actId="478"/>
          <ac:spMkLst>
            <pc:docMk/>
            <pc:sldMk cId="71194070" sldId="518"/>
            <ac:spMk id="15" creationId="{DB295E7E-C849-A41B-F119-03ABD4E5F067}"/>
          </ac:spMkLst>
        </pc:spChg>
        <pc:spChg chg="add del mod">
          <ac:chgData name="Hui Yang" userId="72d5fd8bf877926f" providerId="LiveId" clId="{7479D363-2D5C-4FBE-ABAC-FBAA446AC1E4}" dt="2024-04-25T11:45:09.264" v="6275" actId="478"/>
          <ac:spMkLst>
            <pc:docMk/>
            <pc:sldMk cId="71194070" sldId="518"/>
            <ac:spMk id="16" creationId="{4D7A9C78-9FFC-598C-6723-D9D7E33B7CCE}"/>
          </ac:spMkLst>
        </pc:spChg>
        <pc:grpChg chg="add mod">
          <ac:chgData name="Hui Yang" userId="72d5fd8bf877926f" providerId="LiveId" clId="{7479D363-2D5C-4FBE-ABAC-FBAA446AC1E4}" dt="2024-04-29T13:40:48.411" v="22160" actId="1076"/>
          <ac:grpSpMkLst>
            <pc:docMk/>
            <pc:sldMk cId="71194070" sldId="518"/>
            <ac:grpSpMk id="5" creationId="{7384402F-B4CE-A6CA-685B-F17F2BB209C8}"/>
          </ac:grpSpMkLst>
        </pc:grpChg>
        <pc:graphicFrameChg chg="add mod">
          <ac:chgData name="Hui Yang" userId="72d5fd8bf877926f" providerId="LiveId" clId="{7479D363-2D5C-4FBE-ABAC-FBAA446AC1E4}" dt="2024-04-29T11:18:59.340" v="19829" actId="1076"/>
          <ac:graphicFrameMkLst>
            <pc:docMk/>
            <pc:sldMk cId="71194070" sldId="518"/>
            <ac:graphicFrameMk id="3" creationId="{ADDB5820-5E7D-888C-0435-21320E44735B}"/>
          </ac:graphicFrameMkLst>
        </pc:graphicFrameChg>
        <pc:picChg chg="del">
          <ac:chgData name="Hui Yang" userId="72d5fd8bf877926f" providerId="LiveId" clId="{7479D363-2D5C-4FBE-ABAC-FBAA446AC1E4}" dt="2024-04-25T07:45:46.349" v="4373" actId="478"/>
          <ac:picMkLst>
            <pc:docMk/>
            <pc:sldMk cId="71194070" sldId="518"/>
            <ac:picMk id="5" creationId="{CCAFB44A-3562-B8B9-E5A4-E2C3D30BD69A}"/>
          </ac:picMkLst>
        </pc:picChg>
        <pc:picChg chg="add del mod">
          <ac:chgData name="Hui Yang" userId="72d5fd8bf877926f" providerId="LiveId" clId="{7479D363-2D5C-4FBE-ABAC-FBAA446AC1E4}" dt="2024-04-25T07:47:33.682" v="4382" actId="21"/>
          <ac:picMkLst>
            <pc:docMk/>
            <pc:sldMk cId="71194070" sldId="518"/>
            <ac:picMk id="6" creationId="{E9C5D8D7-335F-96AB-8FBA-301E32DC4AA0}"/>
          </ac:picMkLst>
        </pc:picChg>
        <pc:picChg chg="add mod">
          <ac:chgData name="Hui Yang" userId="72d5fd8bf877926f" providerId="LiveId" clId="{7479D363-2D5C-4FBE-ABAC-FBAA446AC1E4}" dt="2024-04-29T13:40:50.176" v="22161" actId="1076"/>
          <ac:picMkLst>
            <pc:docMk/>
            <pc:sldMk cId="71194070" sldId="518"/>
            <ac:picMk id="9" creationId="{350E67FC-ED43-FD90-66BA-71D555A113C9}"/>
          </ac:picMkLst>
        </pc:picChg>
        <pc:picChg chg="add mod">
          <ac:chgData name="Hui Yang" userId="72d5fd8bf877926f" providerId="LiveId" clId="{7479D363-2D5C-4FBE-ABAC-FBAA446AC1E4}" dt="2024-04-25T09:05:51.864" v="5284"/>
          <ac:picMkLst>
            <pc:docMk/>
            <pc:sldMk cId="71194070" sldId="518"/>
            <ac:picMk id="12" creationId="{8EAFA1A8-95D2-AB5B-3D5C-565F9E1F1583}"/>
          </ac:picMkLst>
        </pc:picChg>
        <pc:picChg chg="add mod">
          <ac:chgData name="Hui Yang" userId="72d5fd8bf877926f" providerId="LiveId" clId="{7479D363-2D5C-4FBE-ABAC-FBAA446AC1E4}" dt="2024-04-29T11:18:39.633" v="19822" actId="164"/>
          <ac:picMkLst>
            <pc:docMk/>
            <pc:sldMk cId="71194070" sldId="518"/>
            <ac:picMk id="18" creationId="{97AEB8A3-C528-0C5D-C11B-72E7930C5DC1}"/>
          </ac:picMkLst>
        </pc:picChg>
      </pc:sldChg>
      <pc:sldChg chg="add del">
        <pc:chgData name="Hui Yang" userId="72d5fd8bf877926f" providerId="LiveId" clId="{7479D363-2D5C-4FBE-ABAC-FBAA446AC1E4}" dt="2024-04-26T09:39:40.716" v="7913" actId="47"/>
        <pc:sldMkLst>
          <pc:docMk/>
          <pc:sldMk cId="1969970251" sldId="519"/>
        </pc:sldMkLst>
      </pc:sldChg>
      <pc:sldChg chg="addSp delSp modSp add del mod ord modAnim modNotesTx">
        <pc:chgData name="Hui Yang" userId="72d5fd8bf877926f" providerId="LiveId" clId="{7479D363-2D5C-4FBE-ABAC-FBAA446AC1E4}" dt="2024-05-06T02:32:36.966" v="22866" actId="47"/>
        <pc:sldMkLst>
          <pc:docMk/>
          <pc:sldMk cId="3098741352" sldId="519"/>
        </pc:sldMkLst>
        <pc:spChg chg="mod">
          <ac:chgData name="Hui Yang" userId="72d5fd8bf877926f" providerId="LiveId" clId="{7479D363-2D5C-4FBE-ABAC-FBAA446AC1E4}" dt="2024-04-29T08:15:27.060" v="19717" actId="20577"/>
          <ac:spMkLst>
            <pc:docMk/>
            <pc:sldMk cId="3098741352" sldId="519"/>
            <ac:spMk id="2" creationId="{10186BC3-0EE5-798D-D15B-847F61DB1C8F}"/>
          </ac:spMkLst>
        </pc:spChg>
        <pc:spChg chg="ord">
          <ac:chgData name="Hui Yang" userId="72d5fd8bf877926f" providerId="LiveId" clId="{7479D363-2D5C-4FBE-ABAC-FBAA446AC1E4}" dt="2024-04-26T09:41:36.350" v="7933" actId="13244"/>
          <ac:spMkLst>
            <pc:docMk/>
            <pc:sldMk cId="3098741352" sldId="519"/>
            <ac:spMk id="6" creationId="{82371C16-F4E3-CD8E-F758-AFCC21A59453}"/>
          </ac:spMkLst>
        </pc:spChg>
        <pc:spChg chg="ord">
          <ac:chgData name="Hui Yang" userId="72d5fd8bf877926f" providerId="LiveId" clId="{7479D363-2D5C-4FBE-ABAC-FBAA446AC1E4}" dt="2024-04-26T09:41:36.350" v="7933" actId="13244"/>
          <ac:spMkLst>
            <pc:docMk/>
            <pc:sldMk cId="3098741352" sldId="519"/>
            <ac:spMk id="7" creationId="{DCFD3936-4AD1-F829-8ADD-F979C53DD733}"/>
          </ac:spMkLst>
        </pc:spChg>
        <pc:spChg chg="add del mod modVis">
          <ac:chgData name="Hui Yang" userId="72d5fd8bf877926f" providerId="LiveId" clId="{7479D363-2D5C-4FBE-ABAC-FBAA446AC1E4}" dt="2024-04-26T14:05:03.482" v="8539" actId="478"/>
          <ac:spMkLst>
            <pc:docMk/>
            <pc:sldMk cId="3098741352" sldId="519"/>
            <ac:spMk id="10" creationId="{718E6975-F22C-DAE7-0446-FDE310D7553A}"/>
          </ac:spMkLst>
        </pc:spChg>
        <pc:spChg chg="add del mod ord">
          <ac:chgData name="Hui Yang" userId="72d5fd8bf877926f" providerId="LiveId" clId="{7479D363-2D5C-4FBE-ABAC-FBAA446AC1E4}" dt="2024-04-26T11:50:41.716" v="8196" actId="478"/>
          <ac:spMkLst>
            <pc:docMk/>
            <pc:sldMk cId="3098741352" sldId="519"/>
            <ac:spMk id="19" creationId="{5519226F-7499-1DB3-E7E8-1B6DE4D5D07A}"/>
          </ac:spMkLst>
        </pc:spChg>
        <pc:spChg chg="add mod">
          <ac:chgData name="Hui Yang" userId="72d5fd8bf877926f" providerId="LiveId" clId="{7479D363-2D5C-4FBE-ABAC-FBAA446AC1E4}" dt="2024-04-26T11:50:34.649" v="8195"/>
          <ac:spMkLst>
            <pc:docMk/>
            <pc:sldMk cId="3098741352" sldId="519"/>
            <ac:spMk id="20" creationId="{ABB6E74A-55B5-4AF1-0FDF-42E347093261}"/>
          </ac:spMkLst>
        </pc:spChg>
        <pc:spChg chg="add mod ord">
          <ac:chgData name="Hui Yang" userId="72d5fd8bf877926f" providerId="LiveId" clId="{7479D363-2D5C-4FBE-ABAC-FBAA446AC1E4}" dt="2024-04-26T11:50:43.845" v="8198" actId="13244"/>
          <ac:spMkLst>
            <pc:docMk/>
            <pc:sldMk cId="3098741352" sldId="519"/>
            <ac:spMk id="21" creationId="{BB16E492-065B-22B4-0D73-D7EB2F45D2D7}"/>
          </ac:spMkLst>
        </pc:spChg>
        <pc:spChg chg="add mod">
          <ac:chgData name="Hui Yang" userId="72d5fd8bf877926f" providerId="LiveId" clId="{7479D363-2D5C-4FBE-ABAC-FBAA446AC1E4}" dt="2024-04-29T13:36:49.608" v="21806" actId="255"/>
          <ac:spMkLst>
            <pc:docMk/>
            <pc:sldMk cId="3098741352" sldId="519"/>
            <ac:spMk id="22" creationId="{8FE688D1-CA37-6675-A79A-18FA9AE87E21}"/>
          </ac:spMkLst>
        </pc:spChg>
        <pc:spChg chg="add mod ord">
          <ac:chgData name="Hui Yang" userId="72d5fd8bf877926f" providerId="LiveId" clId="{7479D363-2D5C-4FBE-ABAC-FBAA446AC1E4}" dt="2024-04-26T12:27:27.572" v="8404" actId="13244"/>
          <ac:spMkLst>
            <pc:docMk/>
            <pc:sldMk cId="3098741352" sldId="519"/>
            <ac:spMk id="26" creationId="{B2281392-B47E-37D9-ACDA-14DB3133D3FB}"/>
          </ac:spMkLst>
        </pc:spChg>
        <pc:spChg chg="add mod ord modVis">
          <ac:chgData name="Hui Yang" userId="72d5fd8bf877926f" providerId="LiveId" clId="{7479D363-2D5C-4FBE-ABAC-FBAA446AC1E4}" dt="2024-04-29T12:12:04.118" v="20292" actId="14429"/>
          <ac:spMkLst>
            <pc:docMk/>
            <pc:sldMk cId="3098741352" sldId="519"/>
            <ac:spMk id="28" creationId="{C76CD8AC-37F5-A7F7-D8FF-BE0B59C008B2}"/>
          </ac:spMkLst>
        </pc:spChg>
        <pc:picChg chg="add mod ord">
          <ac:chgData name="Hui Yang" userId="72d5fd8bf877926f" providerId="LiveId" clId="{7479D363-2D5C-4FBE-ABAC-FBAA446AC1E4}" dt="2024-04-29T11:56:00.402" v="20129" actId="13244"/>
          <ac:picMkLst>
            <pc:docMk/>
            <pc:sldMk cId="3098741352" sldId="519"/>
            <ac:picMk id="10" creationId="{71AB9AE2-C3EF-7ACD-EF5E-DB48D9664B7A}"/>
          </ac:picMkLst>
        </pc:picChg>
        <pc:picChg chg="add del mod ord">
          <ac:chgData name="Hui Yang" userId="72d5fd8bf877926f" providerId="LiveId" clId="{7479D363-2D5C-4FBE-ABAC-FBAA446AC1E4}" dt="2024-04-26T11:45:05.757" v="8000" actId="478"/>
          <ac:picMkLst>
            <pc:docMk/>
            <pc:sldMk cId="3098741352" sldId="519"/>
            <ac:picMk id="11" creationId="{85DE696C-2AB6-E75F-D39E-8328BC0D4361}"/>
          </ac:picMkLst>
        </pc:picChg>
        <pc:picChg chg="add mod ord">
          <ac:chgData name="Hui Yang" userId="72d5fd8bf877926f" providerId="LiveId" clId="{7479D363-2D5C-4FBE-ABAC-FBAA446AC1E4}" dt="2024-04-29T12:13:04.041" v="20299" actId="13244"/>
          <ac:picMkLst>
            <pc:docMk/>
            <pc:sldMk cId="3098741352" sldId="519"/>
            <ac:picMk id="11" creationId="{B8279B18-A63B-D541-D94C-E14B787E9D55}"/>
          </ac:picMkLst>
        </pc:picChg>
        <pc:picChg chg="add">
          <ac:chgData name="Hui Yang" userId="72d5fd8bf877926f" providerId="LiveId" clId="{7479D363-2D5C-4FBE-ABAC-FBAA446AC1E4}" dt="2024-04-26T10:11:20.788" v="7990"/>
          <ac:picMkLst>
            <pc:docMk/>
            <pc:sldMk cId="3098741352" sldId="519"/>
            <ac:picMk id="12" creationId="{084F7F1B-6061-31D5-AA7D-08074E33BEF0}"/>
          </ac:picMkLst>
        </pc:picChg>
        <pc:picChg chg="add del mod ord">
          <ac:chgData name="Hui Yang" userId="72d5fd8bf877926f" providerId="LiveId" clId="{7479D363-2D5C-4FBE-ABAC-FBAA446AC1E4}" dt="2024-04-26T11:47:37.266" v="8038" actId="478"/>
          <ac:picMkLst>
            <pc:docMk/>
            <pc:sldMk cId="3098741352" sldId="519"/>
            <ac:picMk id="13" creationId="{727ECC5B-F7F7-E6D6-C803-6B7B5F9203CB}"/>
          </ac:picMkLst>
        </pc:picChg>
        <pc:picChg chg="add del mod">
          <ac:chgData name="Hui Yang" userId="72d5fd8bf877926f" providerId="LiveId" clId="{7479D363-2D5C-4FBE-ABAC-FBAA446AC1E4}" dt="2024-04-26T11:46:19.955" v="8012" actId="478"/>
          <ac:picMkLst>
            <pc:docMk/>
            <pc:sldMk cId="3098741352" sldId="519"/>
            <ac:picMk id="15" creationId="{6550B67F-EF1A-11CE-8391-D6CCA24C0E36}"/>
          </ac:picMkLst>
        </pc:picChg>
        <pc:picChg chg="add del mod">
          <ac:chgData name="Hui Yang" userId="72d5fd8bf877926f" providerId="LiveId" clId="{7479D363-2D5C-4FBE-ABAC-FBAA446AC1E4}" dt="2024-04-26T11:52:30.296" v="8220" actId="478"/>
          <ac:picMkLst>
            <pc:docMk/>
            <pc:sldMk cId="3098741352" sldId="519"/>
            <ac:picMk id="17" creationId="{CDE16835-474A-37C5-4F0E-02C5B431C641}"/>
          </ac:picMkLst>
        </pc:picChg>
        <pc:picChg chg="add del mod ord">
          <ac:chgData name="Hui Yang" userId="72d5fd8bf877926f" providerId="LiveId" clId="{7479D363-2D5C-4FBE-ABAC-FBAA446AC1E4}" dt="2024-04-29T11:55:44.163" v="20121" actId="478"/>
          <ac:picMkLst>
            <pc:docMk/>
            <pc:sldMk cId="3098741352" sldId="519"/>
            <ac:picMk id="18" creationId="{04B21480-6421-795A-27EC-476A882F4046}"/>
          </ac:picMkLst>
        </pc:picChg>
        <pc:picChg chg="add mod">
          <ac:chgData name="Hui Yang" userId="72d5fd8bf877926f" providerId="LiveId" clId="{7479D363-2D5C-4FBE-ABAC-FBAA446AC1E4}" dt="2024-04-26T11:53:13.893" v="8234" actId="1076"/>
          <ac:picMkLst>
            <pc:docMk/>
            <pc:sldMk cId="3098741352" sldId="519"/>
            <ac:picMk id="24" creationId="{0FB408EE-DB20-6E18-7BE6-C67C4494F024}"/>
          </ac:picMkLst>
        </pc:picChg>
        <pc:picChg chg="add del mod ord">
          <ac:chgData name="Hui Yang" userId="72d5fd8bf877926f" providerId="LiveId" clId="{7479D363-2D5C-4FBE-ABAC-FBAA446AC1E4}" dt="2024-04-26T12:29:37.709" v="8414" actId="478"/>
          <ac:picMkLst>
            <pc:docMk/>
            <pc:sldMk cId="3098741352" sldId="519"/>
            <ac:picMk id="25" creationId="{AC4D5EA2-9E2E-0BC1-D105-887970D29EB5}"/>
          </ac:picMkLst>
        </pc:picChg>
        <pc:picChg chg="add del mod ord">
          <ac:chgData name="Hui Yang" userId="72d5fd8bf877926f" providerId="LiveId" clId="{7479D363-2D5C-4FBE-ABAC-FBAA446AC1E4}" dt="2024-04-29T12:12:02.577" v="20290" actId="478"/>
          <ac:picMkLst>
            <pc:docMk/>
            <pc:sldMk cId="3098741352" sldId="519"/>
            <ac:picMk id="27" creationId="{EC982EDB-EBF0-57A4-4A0E-111087E46B11}"/>
          </ac:picMkLst>
        </pc:picChg>
      </pc:sldChg>
      <pc:sldChg chg="addSp delSp modSp add del mod modAnim modNotesTx">
        <pc:chgData name="Hui Yang" userId="72d5fd8bf877926f" providerId="LiveId" clId="{7479D363-2D5C-4FBE-ABAC-FBAA446AC1E4}" dt="2024-04-29T08:15:29.908" v="19718" actId="2696"/>
        <pc:sldMkLst>
          <pc:docMk/>
          <pc:sldMk cId="202301351" sldId="520"/>
        </pc:sldMkLst>
        <pc:spChg chg="ord">
          <ac:chgData name="Hui Yang" userId="72d5fd8bf877926f" providerId="LiveId" clId="{7479D363-2D5C-4FBE-ABAC-FBAA446AC1E4}" dt="2024-04-26T09:41:40.316" v="7934" actId="13244"/>
          <ac:spMkLst>
            <pc:docMk/>
            <pc:sldMk cId="202301351" sldId="520"/>
            <ac:spMk id="8" creationId="{6C3D4255-7C32-D64A-A53B-B0E884C97DBE}"/>
          </ac:spMkLst>
        </pc:spChg>
        <pc:spChg chg="ord">
          <ac:chgData name="Hui Yang" userId="72d5fd8bf877926f" providerId="LiveId" clId="{7479D363-2D5C-4FBE-ABAC-FBAA446AC1E4}" dt="2024-04-26T09:41:40.316" v="7934" actId="13244"/>
          <ac:spMkLst>
            <pc:docMk/>
            <pc:sldMk cId="202301351" sldId="520"/>
            <ac:spMk id="9" creationId="{4A250832-1F50-13FC-FB92-C2229466B4D6}"/>
          </ac:spMkLst>
        </pc:spChg>
        <pc:spChg chg="add del mod modVis">
          <ac:chgData name="Hui Yang" userId="72d5fd8bf877926f" providerId="LiveId" clId="{7479D363-2D5C-4FBE-ABAC-FBAA446AC1E4}" dt="2024-04-26T14:05:10.884" v="8543" actId="478"/>
          <ac:spMkLst>
            <pc:docMk/>
            <pc:sldMk cId="202301351" sldId="520"/>
            <ac:spMk id="10" creationId="{BD4E1F7C-F731-0718-7AAE-79FA85A6F3BB}"/>
          </ac:spMkLst>
        </pc:spChg>
        <pc:spChg chg="add del mod ord">
          <ac:chgData name="Hui Yang" userId="72d5fd8bf877926f" providerId="LiveId" clId="{7479D363-2D5C-4FBE-ABAC-FBAA446AC1E4}" dt="2024-04-26T11:50:46.606" v="8199" actId="478"/>
          <ac:spMkLst>
            <pc:docMk/>
            <pc:sldMk cId="202301351" sldId="520"/>
            <ac:spMk id="15" creationId="{7FF3E1A1-91C0-44A8-1CA4-80EB408CA960}"/>
          </ac:spMkLst>
        </pc:spChg>
        <pc:spChg chg="add mod ord">
          <ac:chgData name="Hui Yang" userId="72d5fd8bf877926f" providerId="LiveId" clId="{7479D363-2D5C-4FBE-ABAC-FBAA446AC1E4}" dt="2024-04-26T11:50:48.105" v="8201" actId="13244"/>
          <ac:spMkLst>
            <pc:docMk/>
            <pc:sldMk cId="202301351" sldId="520"/>
            <ac:spMk id="16" creationId="{A4BA8818-7723-A99D-FDDA-C5C543549281}"/>
          </ac:spMkLst>
        </pc:spChg>
        <pc:spChg chg="add mod ord">
          <ac:chgData name="Hui Yang" userId="72d5fd8bf877926f" providerId="LiveId" clId="{7479D363-2D5C-4FBE-ABAC-FBAA446AC1E4}" dt="2024-04-29T08:06:10.852" v="19687" actId="20577"/>
          <ac:spMkLst>
            <pc:docMk/>
            <pc:sldMk cId="202301351" sldId="520"/>
            <ac:spMk id="18" creationId="{8CF2EA4B-C3D7-FDA7-6BE3-4A8FB9E481C7}"/>
          </ac:spMkLst>
        </pc:spChg>
        <pc:spChg chg="add mod">
          <ac:chgData name="Hui Yang" userId="72d5fd8bf877926f" providerId="LiveId" clId="{7479D363-2D5C-4FBE-ABAC-FBAA446AC1E4}" dt="2024-04-26T12:27:15.220" v="8402" actId="20577"/>
          <ac:spMkLst>
            <pc:docMk/>
            <pc:sldMk cId="202301351" sldId="520"/>
            <ac:spMk id="22" creationId="{066F3AFD-E6A7-63AA-A737-B32FAA900D12}"/>
          </ac:spMkLst>
        </pc:spChg>
        <pc:spChg chg="add mod ord modVis">
          <ac:chgData name="Hui Yang" userId="72d5fd8bf877926f" providerId="LiveId" clId="{7479D363-2D5C-4FBE-ABAC-FBAA446AC1E4}" dt="2024-04-29T08:06:12.397" v="19688" actId="14429"/>
          <ac:spMkLst>
            <pc:docMk/>
            <pc:sldMk cId="202301351" sldId="520"/>
            <ac:spMk id="25" creationId="{7F27EE62-87A8-9674-8FE4-F61213C86028}"/>
          </ac:spMkLst>
        </pc:spChg>
        <pc:picChg chg="add del mod ord">
          <ac:chgData name="Hui Yang" userId="72d5fd8bf877926f" providerId="LiveId" clId="{7479D363-2D5C-4FBE-ABAC-FBAA446AC1E4}" dt="2024-04-26T11:45:13.107" v="8003" actId="478"/>
          <ac:picMkLst>
            <pc:docMk/>
            <pc:sldMk cId="202301351" sldId="520"/>
            <ac:picMk id="11" creationId="{4127F5DD-AFCA-9C44-F52F-4F6ECA08F0C2}"/>
          </ac:picMkLst>
        </pc:picChg>
        <pc:picChg chg="add del mod ord">
          <ac:chgData name="Hui Yang" userId="72d5fd8bf877926f" providerId="LiveId" clId="{7479D363-2D5C-4FBE-ABAC-FBAA446AC1E4}" dt="2024-04-26T11:47:44.108" v="8041" actId="478"/>
          <ac:picMkLst>
            <pc:docMk/>
            <pc:sldMk cId="202301351" sldId="520"/>
            <ac:picMk id="12" creationId="{B787BDD9-9CD6-9AF9-289C-F2B13CA8754C}"/>
          </ac:picMkLst>
        </pc:picChg>
        <pc:picChg chg="add del mod ord">
          <ac:chgData name="Hui Yang" userId="72d5fd8bf877926f" providerId="LiveId" clId="{7479D363-2D5C-4FBE-ABAC-FBAA446AC1E4}" dt="2024-04-26T11:53:23.100" v="8238" actId="478"/>
          <ac:picMkLst>
            <pc:docMk/>
            <pc:sldMk cId="202301351" sldId="520"/>
            <ac:picMk id="13" creationId="{3805F25E-A610-7783-654E-F8504DD9E48E}"/>
          </ac:picMkLst>
        </pc:picChg>
        <pc:picChg chg="add mod ord">
          <ac:chgData name="Hui Yang" userId="72d5fd8bf877926f" providerId="LiveId" clId="{7479D363-2D5C-4FBE-ABAC-FBAA446AC1E4}" dt="2024-04-26T11:47:45.787" v="8043" actId="13244"/>
          <ac:picMkLst>
            <pc:docMk/>
            <pc:sldMk cId="202301351" sldId="520"/>
            <ac:picMk id="14" creationId="{12EA8EED-D10B-D2CC-952F-357D1C74F928}"/>
          </ac:picMkLst>
        </pc:picChg>
        <pc:picChg chg="add del mod ord">
          <ac:chgData name="Hui Yang" userId="72d5fd8bf877926f" providerId="LiveId" clId="{7479D363-2D5C-4FBE-ABAC-FBAA446AC1E4}" dt="2024-04-26T11:58:29.914" v="8300" actId="478"/>
          <ac:picMkLst>
            <pc:docMk/>
            <pc:sldMk cId="202301351" sldId="520"/>
            <ac:picMk id="17" creationId="{7A91CCC5-A12B-3293-0EDE-C7A482F14C6B}"/>
          </ac:picMkLst>
        </pc:picChg>
        <pc:picChg chg="add mod ord">
          <ac:chgData name="Hui Yang" userId="72d5fd8bf877926f" providerId="LiveId" clId="{7479D363-2D5C-4FBE-ABAC-FBAA446AC1E4}" dt="2024-04-26T11:58:33.517" v="8302" actId="13244"/>
          <ac:picMkLst>
            <pc:docMk/>
            <pc:sldMk cId="202301351" sldId="520"/>
            <ac:picMk id="19" creationId="{04B32847-91C2-29F9-F574-AEA50A28472B}"/>
          </ac:picMkLst>
        </pc:picChg>
        <pc:picChg chg="add del mod">
          <ac:chgData name="Hui Yang" userId="72d5fd8bf877926f" providerId="LiveId" clId="{7479D363-2D5C-4FBE-ABAC-FBAA446AC1E4}" dt="2024-04-26T12:29:18.949" v="8407" actId="478"/>
          <ac:picMkLst>
            <pc:docMk/>
            <pc:sldMk cId="202301351" sldId="520"/>
            <ac:picMk id="21" creationId="{985BCEAA-DF22-52C7-11D6-2EBB74A59A0B}"/>
          </ac:picMkLst>
        </pc:picChg>
        <pc:picChg chg="add mod">
          <ac:chgData name="Hui Yang" userId="72d5fd8bf877926f" providerId="LiveId" clId="{7479D363-2D5C-4FBE-ABAC-FBAA446AC1E4}" dt="2024-04-26T12:29:32.235" v="8412" actId="1076"/>
          <ac:picMkLst>
            <pc:docMk/>
            <pc:sldMk cId="202301351" sldId="520"/>
            <ac:picMk id="24" creationId="{FBC91CAF-CE76-8881-5A77-7FB6506F06B7}"/>
          </ac:picMkLst>
        </pc:picChg>
      </pc:sldChg>
      <pc:sldChg chg="new del">
        <pc:chgData name="Hui Yang" userId="72d5fd8bf877926f" providerId="LiveId" clId="{7479D363-2D5C-4FBE-ABAC-FBAA446AC1E4}" dt="2024-04-26T09:24:32.274" v="7911" actId="47"/>
        <pc:sldMkLst>
          <pc:docMk/>
          <pc:sldMk cId="1798271906" sldId="520"/>
        </pc:sldMkLst>
      </pc:sldChg>
      <pc:sldChg chg="addSp delSp modSp add del mod modNotesTx">
        <pc:chgData name="Hui Yang" userId="72d5fd8bf877926f" providerId="LiveId" clId="{7479D363-2D5C-4FBE-ABAC-FBAA446AC1E4}" dt="2024-05-06T02:33:34.888" v="22874" actId="47"/>
        <pc:sldMkLst>
          <pc:docMk/>
          <pc:sldMk cId="1810585127" sldId="520"/>
        </pc:sldMkLst>
        <pc:spChg chg="mod">
          <ac:chgData name="Hui Yang" userId="72d5fd8bf877926f" providerId="LiveId" clId="{7479D363-2D5C-4FBE-ABAC-FBAA446AC1E4}" dt="2024-04-29T08:15:35.596" v="19721" actId="20577"/>
          <ac:spMkLst>
            <pc:docMk/>
            <pc:sldMk cId="1810585127" sldId="520"/>
            <ac:spMk id="2" creationId="{10186BC3-0EE5-798D-D15B-847F61DB1C8F}"/>
          </ac:spMkLst>
        </pc:spChg>
        <pc:spChg chg="mod modVis">
          <ac:chgData name="Hui Yang" userId="72d5fd8bf877926f" providerId="LiveId" clId="{7479D363-2D5C-4FBE-ABAC-FBAA446AC1E4}" dt="2024-04-29T11:55:53.441" v="20127" actId="14429"/>
          <ac:spMkLst>
            <pc:docMk/>
            <pc:sldMk cId="1810585127" sldId="520"/>
            <ac:spMk id="25" creationId="{7F27EE62-87A8-9674-8FE4-F61213C86028}"/>
          </ac:spMkLst>
        </pc:spChg>
        <pc:picChg chg="add mod ord">
          <ac:chgData name="Hui Yang" userId="72d5fd8bf877926f" providerId="LiveId" clId="{7479D363-2D5C-4FBE-ABAC-FBAA446AC1E4}" dt="2024-04-29T11:55:56.856" v="20128" actId="13244"/>
          <ac:picMkLst>
            <pc:docMk/>
            <pc:sldMk cId="1810585127" sldId="520"/>
            <ac:picMk id="10" creationId="{9BF7E7A2-84DA-6117-8A7F-446594B79FCD}"/>
          </ac:picMkLst>
        </pc:picChg>
        <pc:picChg chg="add mod">
          <ac:chgData name="Hui Yang" userId="72d5fd8bf877926f" providerId="LiveId" clId="{7479D363-2D5C-4FBE-ABAC-FBAA446AC1E4}" dt="2024-04-29T12:11:54.836" v="20288" actId="1076"/>
          <ac:picMkLst>
            <pc:docMk/>
            <pc:sldMk cId="1810585127" sldId="520"/>
            <ac:picMk id="12" creationId="{48402799-B38A-A004-6D11-DD6E082A9A53}"/>
          </ac:picMkLst>
        </pc:picChg>
        <pc:picChg chg="del">
          <ac:chgData name="Hui Yang" userId="72d5fd8bf877926f" providerId="LiveId" clId="{7479D363-2D5C-4FBE-ABAC-FBAA446AC1E4}" dt="2024-04-29T11:55:51.784" v="20125" actId="478"/>
          <ac:picMkLst>
            <pc:docMk/>
            <pc:sldMk cId="1810585127" sldId="520"/>
            <ac:picMk id="14" creationId="{12EA8EED-D10B-D2CC-952F-357D1C74F928}"/>
          </ac:picMkLst>
        </pc:picChg>
        <pc:picChg chg="del">
          <ac:chgData name="Hui Yang" userId="72d5fd8bf877926f" providerId="LiveId" clId="{7479D363-2D5C-4FBE-ABAC-FBAA446AC1E4}" dt="2024-04-29T12:11:41.731" v="20281" actId="478"/>
          <ac:picMkLst>
            <pc:docMk/>
            <pc:sldMk cId="1810585127" sldId="520"/>
            <ac:picMk id="24" creationId="{FBC91CAF-CE76-8881-5A77-7FB6506F06B7}"/>
          </ac:picMkLst>
        </pc:picChg>
      </pc:sldChg>
      <pc:sldChg chg="addSp delSp modSp add mod modNotesTx">
        <pc:chgData name="Hui Yang" userId="72d5fd8bf877926f" providerId="LiveId" clId="{7479D363-2D5C-4FBE-ABAC-FBAA446AC1E4}" dt="2024-05-07T12:10:53.729" v="28396" actId="20577"/>
        <pc:sldMkLst>
          <pc:docMk/>
          <pc:sldMk cId="361455653" sldId="521"/>
        </pc:sldMkLst>
        <pc:spChg chg="mod">
          <ac:chgData name="Hui Yang" userId="72d5fd8bf877926f" providerId="LiveId" clId="{7479D363-2D5C-4FBE-ABAC-FBAA446AC1E4}" dt="2024-05-06T02:27:50.599" v="22820" actId="1076"/>
          <ac:spMkLst>
            <pc:docMk/>
            <pc:sldMk cId="361455653" sldId="521"/>
            <ac:spMk id="3" creationId="{1CE9E1B0-4B52-D966-C90B-E383F4A9D121}"/>
          </ac:spMkLst>
        </pc:spChg>
        <pc:spChg chg="mod">
          <ac:chgData name="Hui Yang" userId="72d5fd8bf877926f" providerId="LiveId" clId="{7479D363-2D5C-4FBE-ABAC-FBAA446AC1E4}" dt="2024-05-06T02:29:15.234" v="22836" actId="113"/>
          <ac:spMkLst>
            <pc:docMk/>
            <pc:sldMk cId="361455653" sldId="521"/>
            <ac:spMk id="5" creationId="{E11432D9-E34A-C340-3438-4E456413B6B2}"/>
          </ac:spMkLst>
        </pc:spChg>
        <pc:spChg chg="mod">
          <ac:chgData name="Hui Yang" userId="72d5fd8bf877926f" providerId="LiveId" clId="{7479D363-2D5C-4FBE-ABAC-FBAA446AC1E4}" dt="2024-05-06T02:27:50.599" v="22820" actId="1076"/>
          <ac:spMkLst>
            <pc:docMk/>
            <pc:sldMk cId="361455653" sldId="521"/>
            <ac:spMk id="6" creationId="{82371C16-F4E3-CD8E-F758-AFCC21A59453}"/>
          </ac:spMkLst>
        </pc:spChg>
        <pc:spChg chg="mod">
          <ac:chgData name="Hui Yang" userId="72d5fd8bf877926f" providerId="LiveId" clId="{7479D363-2D5C-4FBE-ABAC-FBAA446AC1E4}" dt="2024-05-06T02:27:50.599" v="22820" actId="1076"/>
          <ac:spMkLst>
            <pc:docMk/>
            <pc:sldMk cId="361455653" sldId="521"/>
            <ac:spMk id="7" creationId="{DCFD3936-4AD1-F829-8ADD-F979C53DD733}"/>
          </ac:spMkLst>
        </pc:spChg>
        <pc:spChg chg="mod">
          <ac:chgData name="Hui Yang" userId="72d5fd8bf877926f" providerId="LiveId" clId="{7479D363-2D5C-4FBE-ABAC-FBAA446AC1E4}" dt="2024-05-06T02:27:50.599" v="22820" actId="1076"/>
          <ac:spMkLst>
            <pc:docMk/>
            <pc:sldMk cId="361455653" sldId="521"/>
            <ac:spMk id="8" creationId="{6C3D4255-7C32-D64A-A53B-B0E884C97DBE}"/>
          </ac:spMkLst>
        </pc:spChg>
        <pc:spChg chg="mod">
          <ac:chgData name="Hui Yang" userId="72d5fd8bf877926f" providerId="LiveId" clId="{7479D363-2D5C-4FBE-ABAC-FBAA446AC1E4}" dt="2024-05-06T02:27:50.599" v="22820" actId="1076"/>
          <ac:spMkLst>
            <pc:docMk/>
            <pc:sldMk cId="361455653" sldId="521"/>
            <ac:spMk id="9" creationId="{4A250832-1F50-13FC-FB92-C2229466B4D6}"/>
          </ac:spMkLst>
        </pc:spChg>
        <pc:spChg chg="del">
          <ac:chgData name="Hui Yang" userId="72d5fd8bf877926f" providerId="LiveId" clId="{7479D363-2D5C-4FBE-ABAC-FBAA446AC1E4}" dt="2024-04-29T08:15:10.942" v="19709" actId="478"/>
          <ac:spMkLst>
            <pc:docMk/>
            <pc:sldMk cId="361455653" sldId="521"/>
            <ac:spMk id="10" creationId="{5A2D1967-E98D-2AF5-6702-DB9B32A395D4}"/>
          </ac:spMkLst>
        </pc:spChg>
        <pc:spChg chg="mod">
          <ac:chgData name="Hui Yang" userId="72d5fd8bf877926f" providerId="LiveId" clId="{7479D363-2D5C-4FBE-ABAC-FBAA446AC1E4}" dt="2024-05-07T12:10:53.729" v="28396" actId="20577"/>
          <ac:spMkLst>
            <pc:docMk/>
            <pc:sldMk cId="361455653" sldId="521"/>
            <ac:spMk id="20" creationId="{403C209B-9AF4-2FB8-8B2B-3D253CF63C39}"/>
          </ac:spMkLst>
        </pc:spChg>
        <pc:spChg chg="mod">
          <ac:chgData name="Hui Yang" userId="72d5fd8bf877926f" providerId="LiveId" clId="{7479D363-2D5C-4FBE-ABAC-FBAA446AC1E4}" dt="2024-05-07T08:50:37.533" v="26852" actId="122"/>
          <ac:spMkLst>
            <pc:docMk/>
            <pc:sldMk cId="361455653" sldId="521"/>
            <ac:spMk id="22" creationId="{E387A3E3-8C78-99E6-B21B-99A90FAEA925}"/>
          </ac:spMkLst>
        </pc:spChg>
        <pc:spChg chg="mod">
          <ac:chgData name="Hui Yang" userId="72d5fd8bf877926f" providerId="LiveId" clId="{7479D363-2D5C-4FBE-ABAC-FBAA446AC1E4}" dt="2024-05-07T08:50:38.899" v="26853" actId="122"/>
          <ac:spMkLst>
            <pc:docMk/>
            <pc:sldMk cId="361455653" sldId="521"/>
            <ac:spMk id="24" creationId="{AAE36628-AA06-8242-62E2-84AE324B88A1}"/>
          </ac:spMkLst>
        </pc:spChg>
        <pc:picChg chg="add mod modCrop">
          <ac:chgData name="Hui Yang" userId="72d5fd8bf877926f" providerId="LiveId" clId="{7479D363-2D5C-4FBE-ABAC-FBAA446AC1E4}" dt="2024-05-06T02:29:32.714" v="22846" actId="1076"/>
          <ac:picMkLst>
            <pc:docMk/>
            <pc:sldMk cId="361455653" sldId="521"/>
            <ac:picMk id="12" creationId="{F2D9489C-9E60-8619-5AEF-9E7C3B28E82A}"/>
          </ac:picMkLst>
        </pc:picChg>
        <pc:picChg chg="add mod">
          <ac:chgData name="Hui Yang" userId="72d5fd8bf877926f" providerId="LiveId" clId="{7479D363-2D5C-4FBE-ABAC-FBAA446AC1E4}" dt="2024-05-06T02:29:32.714" v="22846" actId="1076"/>
          <ac:picMkLst>
            <pc:docMk/>
            <pc:sldMk cId="361455653" sldId="521"/>
            <ac:picMk id="13" creationId="{FF377188-CA97-CF52-ED0B-F968EFDE2FEB}"/>
          </ac:picMkLst>
        </pc:picChg>
        <pc:picChg chg="del">
          <ac:chgData name="Hui Yang" userId="72d5fd8bf877926f" providerId="LiveId" clId="{7479D363-2D5C-4FBE-ABAC-FBAA446AC1E4}" dt="2024-04-29T11:47:25.568" v="20105" actId="478"/>
          <ac:picMkLst>
            <pc:docMk/>
            <pc:sldMk cId="361455653" sldId="521"/>
            <ac:picMk id="19" creationId="{88CC3D39-D283-37B6-037F-A654FB5F0589}"/>
          </ac:picMkLst>
        </pc:picChg>
        <pc:picChg chg="del">
          <ac:chgData name="Hui Yang" userId="72d5fd8bf877926f" providerId="LiveId" clId="{7479D363-2D5C-4FBE-ABAC-FBAA446AC1E4}" dt="2024-04-29T12:12:14.585" v="20297" actId="478"/>
          <ac:picMkLst>
            <pc:docMk/>
            <pc:sldMk cId="361455653" sldId="521"/>
            <ac:picMk id="25" creationId="{E081D0C9-0D2F-2AF7-123D-47CF715E1664}"/>
          </ac:picMkLst>
        </pc:picChg>
        <pc:picChg chg="mod">
          <ac:chgData name="Hui Yang" userId="72d5fd8bf877926f" providerId="LiveId" clId="{7479D363-2D5C-4FBE-ABAC-FBAA446AC1E4}" dt="2024-05-06T02:29:32.714" v="22846" actId="1076"/>
          <ac:picMkLst>
            <pc:docMk/>
            <pc:sldMk cId="361455653" sldId="521"/>
            <ac:picMk id="26" creationId="{7DD7DD2D-87D4-B19C-56FD-C1E42F32D124}"/>
          </ac:picMkLst>
        </pc:picChg>
      </pc:sldChg>
      <pc:sldChg chg="delSp modSp new del mod">
        <pc:chgData name="Hui Yang" userId="72d5fd8bf877926f" providerId="LiveId" clId="{7479D363-2D5C-4FBE-ABAC-FBAA446AC1E4}" dt="2024-04-28T13:52:25.618" v="17822" actId="47"/>
        <pc:sldMkLst>
          <pc:docMk/>
          <pc:sldMk cId="1109784172" sldId="521"/>
        </pc:sldMkLst>
        <pc:spChg chg="mod">
          <ac:chgData name="Hui Yang" userId="72d5fd8bf877926f" providerId="LiveId" clId="{7479D363-2D5C-4FBE-ABAC-FBAA446AC1E4}" dt="2024-04-28T13:16:24.473" v="16450" actId="20577"/>
          <ac:spMkLst>
            <pc:docMk/>
            <pc:sldMk cId="1109784172" sldId="521"/>
            <ac:spMk id="2" creationId="{AB5AE295-E90C-9E62-D7CC-BB3DB6CFC3E5}"/>
          </ac:spMkLst>
        </pc:spChg>
        <pc:spChg chg="del">
          <ac:chgData name="Hui Yang" userId="72d5fd8bf877926f" providerId="LiveId" clId="{7479D363-2D5C-4FBE-ABAC-FBAA446AC1E4}" dt="2024-04-28T13:16:27.352" v="16451" actId="478"/>
          <ac:spMkLst>
            <pc:docMk/>
            <pc:sldMk cId="1109784172" sldId="521"/>
            <ac:spMk id="3" creationId="{A91A60FF-80DF-E0DF-8600-1BA84859E259}"/>
          </ac:spMkLst>
        </pc:spChg>
      </pc:sldChg>
      <pc:sldChg chg="add del">
        <pc:chgData name="Hui Yang" userId="72d5fd8bf877926f" providerId="LiveId" clId="{7479D363-2D5C-4FBE-ABAC-FBAA446AC1E4}" dt="2024-04-26T09:39:41.203" v="7914" actId="47"/>
        <pc:sldMkLst>
          <pc:docMk/>
          <pc:sldMk cId="1948417623" sldId="521"/>
        </pc:sldMkLst>
      </pc:sldChg>
      <pc:sldChg chg="addSp delSp modSp add mod modNotesTx">
        <pc:chgData name="Hui Yang" userId="72d5fd8bf877926f" providerId="LiveId" clId="{7479D363-2D5C-4FBE-ABAC-FBAA446AC1E4}" dt="2024-05-07T12:10:58.672" v="28398"/>
        <pc:sldMkLst>
          <pc:docMk/>
          <pc:sldMk cId="2092343320" sldId="522"/>
        </pc:sldMkLst>
        <pc:spChg chg="ord">
          <ac:chgData name="Hui Yang" userId="72d5fd8bf877926f" providerId="LiveId" clId="{7479D363-2D5C-4FBE-ABAC-FBAA446AC1E4}" dt="2024-05-06T02:30:45.045" v="22852" actId="13244"/>
          <ac:spMkLst>
            <pc:docMk/>
            <pc:sldMk cId="2092343320" sldId="522"/>
            <ac:spMk id="3" creationId="{1CE9E1B0-4B52-D966-C90B-E383F4A9D121}"/>
          </ac:spMkLst>
        </pc:spChg>
        <pc:spChg chg="ord">
          <ac:chgData name="Hui Yang" userId="72d5fd8bf877926f" providerId="LiveId" clId="{7479D363-2D5C-4FBE-ABAC-FBAA446AC1E4}" dt="2024-05-06T02:30:45.045" v="22852" actId="13244"/>
          <ac:spMkLst>
            <pc:docMk/>
            <pc:sldMk cId="2092343320" sldId="522"/>
            <ac:spMk id="5" creationId="{E11432D9-E34A-C340-3438-4E456413B6B2}"/>
          </ac:spMkLst>
        </pc:spChg>
        <pc:spChg chg="add mod modVis">
          <ac:chgData name="Hui Yang" userId="72d5fd8bf877926f" providerId="LiveId" clId="{7479D363-2D5C-4FBE-ABAC-FBAA446AC1E4}" dt="2024-05-07T08:51:08.714" v="26860" actId="14429"/>
          <ac:spMkLst>
            <pc:docMk/>
            <pc:sldMk cId="2092343320" sldId="522"/>
            <ac:spMk id="10" creationId="{5A2D1967-E98D-2AF5-6702-DB9B32A395D4}"/>
          </ac:spMkLst>
        </pc:spChg>
        <pc:spChg chg="add mod">
          <ac:chgData name="Hui Yang" userId="72d5fd8bf877926f" providerId="LiveId" clId="{7479D363-2D5C-4FBE-ABAC-FBAA446AC1E4}" dt="2024-05-07T12:10:58.672" v="28398"/>
          <ac:spMkLst>
            <pc:docMk/>
            <pc:sldMk cId="2092343320" sldId="522"/>
            <ac:spMk id="11" creationId="{7E308819-961E-DBBF-5D89-0E710A641BE8}"/>
          </ac:spMkLst>
        </pc:spChg>
        <pc:spChg chg="del mod ord">
          <ac:chgData name="Hui Yang" userId="72d5fd8bf877926f" providerId="LiveId" clId="{7479D363-2D5C-4FBE-ABAC-FBAA446AC1E4}" dt="2024-05-07T12:10:58.435" v="28397" actId="478"/>
          <ac:spMkLst>
            <pc:docMk/>
            <pc:sldMk cId="2092343320" sldId="522"/>
            <ac:spMk id="20" creationId="{403C209B-9AF4-2FB8-8B2B-3D253CF63C39}"/>
          </ac:spMkLst>
        </pc:spChg>
        <pc:spChg chg="mod">
          <ac:chgData name="Hui Yang" userId="72d5fd8bf877926f" providerId="LiveId" clId="{7479D363-2D5C-4FBE-ABAC-FBAA446AC1E4}" dt="2024-05-07T08:51:06.332" v="26859" actId="122"/>
          <ac:spMkLst>
            <pc:docMk/>
            <pc:sldMk cId="2092343320" sldId="522"/>
            <ac:spMk id="22" creationId="{E387A3E3-8C78-99E6-B21B-99A90FAEA925}"/>
          </ac:spMkLst>
        </pc:spChg>
        <pc:spChg chg="mod">
          <ac:chgData name="Hui Yang" userId="72d5fd8bf877926f" providerId="LiveId" clId="{7479D363-2D5C-4FBE-ABAC-FBAA446AC1E4}" dt="2024-05-07T08:51:05.647" v="26858" actId="122"/>
          <ac:spMkLst>
            <pc:docMk/>
            <pc:sldMk cId="2092343320" sldId="522"/>
            <ac:spMk id="24" creationId="{AAE36628-AA06-8242-62E2-84AE324B88A1}"/>
          </ac:spMkLst>
        </pc:spChg>
        <pc:picChg chg="ord">
          <ac:chgData name="Hui Yang" userId="72d5fd8bf877926f" providerId="LiveId" clId="{7479D363-2D5C-4FBE-ABAC-FBAA446AC1E4}" dt="2024-05-06T02:30:55.997" v="22855" actId="13244"/>
          <ac:picMkLst>
            <pc:docMk/>
            <pc:sldMk cId="2092343320" sldId="522"/>
            <ac:picMk id="12" creationId="{F2D9489C-9E60-8619-5AEF-9E7C3B28E82A}"/>
          </ac:picMkLst>
        </pc:picChg>
      </pc:sldChg>
      <pc:sldChg chg="modSp new del mod ord">
        <pc:chgData name="Hui Yang" userId="72d5fd8bf877926f" providerId="LiveId" clId="{7479D363-2D5C-4FBE-ABAC-FBAA446AC1E4}" dt="2024-04-29T13:42:43.004" v="22173" actId="47"/>
        <pc:sldMkLst>
          <pc:docMk/>
          <pc:sldMk cId="2503850719" sldId="522"/>
        </pc:sldMkLst>
        <pc:spChg chg="mod">
          <ac:chgData name="Hui Yang" userId="72d5fd8bf877926f" providerId="LiveId" clId="{7479D363-2D5C-4FBE-ABAC-FBAA446AC1E4}" dt="2024-04-29T13:38:03.115" v="21863" actId="20577"/>
          <ac:spMkLst>
            <pc:docMk/>
            <pc:sldMk cId="2503850719" sldId="522"/>
            <ac:spMk id="2" creationId="{50C53380-5887-BA16-943F-D70339AEEB0F}"/>
          </ac:spMkLst>
        </pc:spChg>
      </pc:sldChg>
      <pc:sldChg chg="addSp delSp modSp add mod ord modNotesTx">
        <pc:chgData name="Hui Yang" userId="72d5fd8bf877926f" providerId="LiveId" clId="{7479D363-2D5C-4FBE-ABAC-FBAA446AC1E4}" dt="2024-05-07T12:11:24.436" v="28403" actId="14429"/>
        <pc:sldMkLst>
          <pc:docMk/>
          <pc:sldMk cId="3605447920" sldId="523"/>
        </pc:sldMkLst>
        <pc:spChg chg="ord">
          <ac:chgData name="Hui Yang" userId="72d5fd8bf877926f" providerId="LiveId" clId="{7479D363-2D5C-4FBE-ABAC-FBAA446AC1E4}" dt="2024-05-06T02:32:28.499" v="22864" actId="13244"/>
          <ac:spMkLst>
            <pc:docMk/>
            <pc:sldMk cId="3605447920" sldId="523"/>
            <ac:spMk id="6" creationId="{82371C16-F4E3-CD8E-F758-AFCC21A59453}"/>
          </ac:spMkLst>
        </pc:spChg>
        <pc:spChg chg="ord">
          <ac:chgData name="Hui Yang" userId="72d5fd8bf877926f" providerId="LiveId" clId="{7479D363-2D5C-4FBE-ABAC-FBAA446AC1E4}" dt="2024-05-06T02:32:28.499" v="22864" actId="13244"/>
          <ac:spMkLst>
            <pc:docMk/>
            <pc:sldMk cId="3605447920" sldId="523"/>
            <ac:spMk id="7" creationId="{DCFD3936-4AD1-F829-8ADD-F979C53DD733}"/>
          </ac:spMkLst>
        </pc:spChg>
        <pc:spChg chg="add mod">
          <ac:chgData name="Hui Yang" userId="72d5fd8bf877926f" providerId="LiveId" clId="{7479D363-2D5C-4FBE-ABAC-FBAA446AC1E4}" dt="2024-05-06T02:31:59.229" v="22861"/>
          <ac:spMkLst>
            <pc:docMk/>
            <pc:sldMk cId="3605447920" sldId="523"/>
            <ac:spMk id="10" creationId="{4B86D7D7-DFBA-EA02-C0DA-372E91092C20}"/>
          </ac:spMkLst>
        </pc:spChg>
        <pc:spChg chg="add mod ord">
          <ac:chgData name="Hui Yang" userId="72d5fd8bf877926f" providerId="LiveId" clId="{7479D363-2D5C-4FBE-ABAC-FBAA446AC1E4}" dt="2024-05-07T12:11:23.928" v="28402" actId="13244"/>
          <ac:spMkLst>
            <pc:docMk/>
            <pc:sldMk cId="3605447920" sldId="523"/>
            <ac:spMk id="10" creationId="{ABB66DF8-9728-8EA5-620A-FB3012DFF9B7}"/>
          </ac:spMkLst>
        </pc:spChg>
        <pc:spChg chg="add mod">
          <ac:chgData name="Hui Yang" userId="72d5fd8bf877926f" providerId="LiveId" clId="{7479D363-2D5C-4FBE-ABAC-FBAA446AC1E4}" dt="2024-05-06T02:32:05.054" v="22862"/>
          <ac:spMkLst>
            <pc:docMk/>
            <pc:sldMk cId="3605447920" sldId="523"/>
            <ac:spMk id="11" creationId="{23E0325D-5037-723D-B44F-6DC59DA723C3}"/>
          </ac:spMkLst>
        </pc:spChg>
        <pc:spChg chg="add mod modVis">
          <ac:chgData name="Hui Yang" userId="72d5fd8bf877926f" providerId="LiveId" clId="{7479D363-2D5C-4FBE-ABAC-FBAA446AC1E4}" dt="2024-05-07T12:11:24.436" v="28403" actId="14429"/>
          <ac:spMkLst>
            <pc:docMk/>
            <pc:sldMk cId="3605447920" sldId="523"/>
            <ac:spMk id="14" creationId="{695D24BD-7BC1-7DA1-A94D-DCA74893B51E}"/>
          </ac:spMkLst>
        </pc:spChg>
        <pc:spChg chg="del mod">
          <ac:chgData name="Hui Yang" userId="72d5fd8bf877926f" providerId="LiveId" clId="{7479D363-2D5C-4FBE-ABAC-FBAA446AC1E4}" dt="2024-05-07T12:11:21.666" v="28400" actId="478"/>
          <ac:spMkLst>
            <pc:docMk/>
            <pc:sldMk cId="3605447920" sldId="523"/>
            <ac:spMk id="20" creationId="{403C209B-9AF4-2FB8-8B2B-3D253CF63C39}"/>
          </ac:spMkLst>
        </pc:spChg>
        <pc:spChg chg="mod ord">
          <ac:chgData name="Hui Yang" userId="72d5fd8bf877926f" providerId="LiveId" clId="{7479D363-2D5C-4FBE-ABAC-FBAA446AC1E4}" dt="2024-05-07T08:51:19.542" v="26864" actId="122"/>
          <ac:spMkLst>
            <pc:docMk/>
            <pc:sldMk cId="3605447920" sldId="523"/>
            <ac:spMk id="22" creationId="{E387A3E3-8C78-99E6-B21B-99A90FAEA925}"/>
          </ac:spMkLst>
        </pc:spChg>
        <pc:spChg chg="mod">
          <ac:chgData name="Hui Yang" userId="72d5fd8bf877926f" providerId="LiveId" clId="{7479D363-2D5C-4FBE-ABAC-FBAA446AC1E4}" dt="2024-05-07T08:51:20.174" v="26865" actId="122"/>
          <ac:spMkLst>
            <pc:docMk/>
            <pc:sldMk cId="3605447920" sldId="523"/>
            <ac:spMk id="24" creationId="{AAE36628-AA06-8242-62E2-84AE324B88A1}"/>
          </ac:spMkLst>
        </pc:spChg>
        <pc:picChg chg="ord">
          <ac:chgData name="Hui Yang" userId="72d5fd8bf877926f" providerId="LiveId" clId="{7479D363-2D5C-4FBE-ABAC-FBAA446AC1E4}" dt="2024-05-06T02:32:28.499" v="22864" actId="13244"/>
          <ac:picMkLst>
            <pc:docMk/>
            <pc:sldMk cId="3605447920" sldId="523"/>
            <ac:picMk id="26" creationId="{7DD7DD2D-87D4-B19C-56FD-C1E42F32D124}"/>
          </ac:picMkLst>
        </pc:picChg>
      </pc:sldChg>
      <pc:sldChg chg="addSp delSp modSp add mod modNotesTx">
        <pc:chgData name="Hui Yang" userId="72d5fd8bf877926f" providerId="LiveId" clId="{7479D363-2D5C-4FBE-ABAC-FBAA446AC1E4}" dt="2024-05-07T12:11:33.629" v="28408" actId="14429"/>
        <pc:sldMkLst>
          <pc:docMk/>
          <pc:sldMk cId="3478442629" sldId="524"/>
        </pc:sldMkLst>
        <pc:spChg chg="ord">
          <ac:chgData name="Hui Yang" userId="72d5fd8bf877926f" providerId="LiveId" clId="{7479D363-2D5C-4FBE-ABAC-FBAA446AC1E4}" dt="2024-05-06T02:33:27.070" v="22872" actId="13244"/>
          <ac:spMkLst>
            <pc:docMk/>
            <pc:sldMk cId="3478442629" sldId="524"/>
            <ac:spMk id="8" creationId="{6C3D4255-7C32-D64A-A53B-B0E884C97DBE}"/>
          </ac:spMkLst>
        </pc:spChg>
        <pc:spChg chg="ord">
          <ac:chgData name="Hui Yang" userId="72d5fd8bf877926f" providerId="LiveId" clId="{7479D363-2D5C-4FBE-ABAC-FBAA446AC1E4}" dt="2024-05-06T02:33:27.070" v="22872" actId="13244"/>
          <ac:spMkLst>
            <pc:docMk/>
            <pc:sldMk cId="3478442629" sldId="524"/>
            <ac:spMk id="9" creationId="{4A250832-1F50-13FC-FB92-C2229466B4D6}"/>
          </ac:spMkLst>
        </pc:spChg>
        <pc:spChg chg="add mod modVis">
          <ac:chgData name="Hui Yang" userId="72d5fd8bf877926f" providerId="LiveId" clId="{7479D363-2D5C-4FBE-ABAC-FBAA446AC1E4}" dt="2024-05-07T12:11:33.629" v="28408" actId="14429"/>
          <ac:spMkLst>
            <pc:docMk/>
            <pc:sldMk cId="3478442629" sldId="524"/>
            <ac:spMk id="10" creationId="{29A1F589-88A5-132F-8A22-54D4B1D80E98}"/>
          </ac:spMkLst>
        </pc:spChg>
        <pc:spChg chg="add mod ord">
          <ac:chgData name="Hui Yang" userId="72d5fd8bf877926f" providerId="LiveId" clId="{7479D363-2D5C-4FBE-ABAC-FBAA446AC1E4}" dt="2024-05-07T12:11:32.837" v="28407" actId="13244"/>
          <ac:spMkLst>
            <pc:docMk/>
            <pc:sldMk cId="3478442629" sldId="524"/>
            <ac:spMk id="11" creationId="{BD205A0B-12EE-54AF-4320-FD414760CCC0}"/>
          </ac:spMkLst>
        </pc:spChg>
        <pc:spChg chg="del mod">
          <ac:chgData name="Hui Yang" userId="72d5fd8bf877926f" providerId="LiveId" clId="{7479D363-2D5C-4FBE-ABAC-FBAA446AC1E4}" dt="2024-05-07T12:11:30.533" v="28405" actId="478"/>
          <ac:spMkLst>
            <pc:docMk/>
            <pc:sldMk cId="3478442629" sldId="524"/>
            <ac:spMk id="20" creationId="{403C209B-9AF4-2FB8-8B2B-3D253CF63C39}"/>
          </ac:spMkLst>
        </pc:spChg>
        <pc:spChg chg="mod">
          <ac:chgData name="Hui Yang" userId="72d5fd8bf877926f" providerId="LiveId" clId="{7479D363-2D5C-4FBE-ABAC-FBAA446AC1E4}" dt="2024-05-07T08:51:30.562" v="26870" actId="122"/>
          <ac:spMkLst>
            <pc:docMk/>
            <pc:sldMk cId="3478442629" sldId="524"/>
            <ac:spMk id="22" creationId="{E387A3E3-8C78-99E6-B21B-99A90FAEA925}"/>
          </ac:spMkLst>
        </pc:spChg>
        <pc:spChg chg="mod ord">
          <ac:chgData name="Hui Yang" userId="72d5fd8bf877926f" providerId="LiveId" clId="{7479D363-2D5C-4FBE-ABAC-FBAA446AC1E4}" dt="2024-05-07T08:51:50.037" v="26876" actId="255"/>
          <ac:spMkLst>
            <pc:docMk/>
            <pc:sldMk cId="3478442629" sldId="524"/>
            <ac:spMk id="24" creationId="{AAE36628-AA06-8242-62E2-84AE324B88A1}"/>
          </ac:spMkLst>
        </pc:spChg>
        <pc:picChg chg="ord">
          <ac:chgData name="Hui Yang" userId="72d5fd8bf877926f" providerId="LiveId" clId="{7479D363-2D5C-4FBE-ABAC-FBAA446AC1E4}" dt="2024-05-06T02:33:18.530" v="22870" actId="13244"/>
          <ac:picMkLst>
            <pc:docMk/>
            <pc:sldMk cId="3478442629" sldId="524"/>
            <ac:picMk id="12" creationId="{F2D9489C-9E60-8619-5AEF-9E7C3B28E82A}"/>
          </ac:picMkLst>
        </pc:picChg>
        <pc:picChg chg="ord">
          <ac:chgData name="Hui Yang" userId="72d5fd8bf877926f" providerId="LiveId" clId="{7479D363-2D5C-4FBE-ABAC-FBAA446AC1E4}" dt="2024-05-06T02:33:20.574" v="22871" actId="13244"/>
          <ac:picMkLst>
            <pc:docMk/>
            <pc:sldMk cId="3478442629" sldId="524"/>
            <ac:picMk id="13" creationId="{FF377188-CA97-CF52-ED0B-F968EFDE2FEB}"/>
          </ac:picMkLst>
        </pc:picChg>
      </pc:sldChg>
      <pc:sldChg chg="addSp delSp modSp new mod modAnim modNotesTx">
        <pc:chgData name="Hui Yang" userId="72d5fd8bf877926f" providerId="LiveId" clId="{7479D363-2D5C-4FBE-ABAC-FBAA446AC1E4}" dt="2024-05-07T12:11:50.831" v="28412" actId="20577"/>
        <pc:sldMkLst>
          <pc:docMk/>
          <pc:sldMk cId="1973566420" sldId="525"/>
        </pc:sldMkLst>
        <pc:spChg chg="mod">
          <ac:chgData name="Hui Yang" userId="72d5fd8bf877926f" providerId="LiveId" clId="{7479D363-2D5C-4FBE-ABAC-FBAA446AC1E4}" dt="2024-05-06T11:43:48.602" v="23778" actId="20577"/>
          <ac:spMkLst>
            <pc:docMk/>
            <pc:sldMk cId="1973566420" sldId="525"/>
            <ac:spMk id="2" creationId="{B7F3C426-F40D-C3A6-06D5-1A653F847B25}"/>
          </ac:spMkLst>
        </pc:spChg>
        <pc:spChg chg="del">
          <ac:chgData name="Hui Yang" userId="72d5fd8bf877926f" providerId="LiveId" clId="{7479D363-2D5C-4FBE-ABAC-FBAA446AC1E4}" dt="2024-05-06T08:00:45.852" v="23255" actId="478"/>
          <ac:spMkLst>
            <pc:docMk/>
            <pc:sldMk cId="1973566420" sldId="525"/>
            <ac:spMk id="3" creationId="{94A791FC-FFED-A768-5F5B-E9594E6F4565}"/>
          </ac:spMkLst>
        </pc:spChg>
        <pc:spChg chg="add mod">
          <ac:chgData name="Hui Yang" userId="72d5fd8bf877926f" providerId="LiveId" clId="{7479D363-2D5C-4FBE-ABAC-FBAA446AC1E4}" dt="2024-05-06T09:19:14.743" v="23388" actId="14100"/>
          <ac:spMkLst>
            <pc:docMk/>
            <pc:sldMk cId="1973566420" sldId="525"/>
            <ac:spMk id="5" creationId="{2CE8CB11-BE6B-983F-3371-7B5ACB9EAD12}"/>
          </ac:spMkLst>
        </pc:spChg>
        <pc:spChg chg="add mod">
          <ac:chgData name="Hui Yang" userId="72d5fd8bf877926f" providerId="LiveId" clId="{7479D363-2D5C-4FBE-ABAC-FBAA446AC1E4}" dt="2024-05-06T09:10:12.894" v="23335" actId="1076"/>
          <ac:spMkLst>
            <pc:docMk/>
            <pc:sldMk cId="1973566420" sldId="525"/>
            <ac:spMk id="6" creationId="{2926FA3C-4C7A-4474-4E46-8FBB0C4F13EE}"/>
          </ac:spMkLst>
        </pc:spChg>
        <pc:spChg chg="add mod">
          <ac:chgData name="Hui Yang" userId="72d5fd8bf877926f" providerId="LiveId" clId="{7479D363-2D5C-4FBE-ABAC-FBAA446AC1E4}" dt="2024-05-06T09:19:14.743" v="23388" actId="14100"/>
          <ac:spMkLst>
            <pc:docMk/>
            <pc:sldMk cId="1973566420" sldId="525"/>
            <ac:spMk id="7" creationId="{B81E763F-FB87-8A59-1B01-767E5AA11909}"/>
          </ac:spMkLst>
        </pc:spChg>
        <pc:spChg chg="add mod">
          <ac:chgData name="Hui Yang" userId="72d5fd8bf877926f" providerId="LiveId" clId="{7479D363-2D5C-4FBE-ABAC-FBAA446AC1E4}" dt="2024-05-06T09:10:17.130" v="23336" actId="1076"/>
          <ac:spMkLst>
            <pc:docMk/>
            <pc:sldMk cId="1973566420" sldId="525"/>
            <ac:spMk id="8" creationId="{E4A210E0-0A11-EADC-4533-39F51F55CFDF}"/>
          </ac:spMkLst>
        </pc:spChg>
        <pc:spChg chg="add mod">
          <ac:chgData name="Hui Yang" userId="72d5fd8bf877926f" providerId="LiveId" clId="{7479D363-2D5C-4FBE-ABAC-FBAA446AC1E4}" dt="2024-05-07T12:11:50.831" v="28412" actId="20577"/>
          <ac:spMkLst>
            <pc:docMk/>
            <pc:sldMk cId="1973566420" sldId="525"/>
            <ac:spMk id="13" creationId="{97F30172-0991-E8B7-9EEE-DD21D0731685}"/>
          </ac:spMkLst>
        </pc:spChg>
        <pc:spChg chg="add mod">
          <ac:chgData name="Hui Yang" userId="72d5fd8bf877926f" providerId="LiveId" clId="{7479D363-2D5C-4FBE-ABAC-FBAA446AC1E4}" dt="2024-05-06T11:20:48.619" v="23421" actId="14100"/>
          <ac:spMkLst>
            <pc:docMk/>
            <pc:sldMk cId="1973566420" sldId="525"/>
            <ac:spMk id="14" creationId="{C42E1D54-0E70-6986-D169-509F395EA3E7}"/>
          </ac:spMkLst>
        </pc:spChg>
        <pc:spChg chg="add mod">
          <ac:chgData name="Hui Yang" userId="72d5fd8bf877926f" providerId="LiveId" clId="{7479D363-2D5C-4FBE-ABAC-FBAA446AC1E4}" dt="2024-05-06T09:19:19.985" v="23390" actId="1076"/>
          <ac:spMkLst>
            <pc:docMk/>
            <pc:sldMk cId="1973566420" sldId="525"/>
            <ac:spMk id="15" creationId="{E97B11FF-1D43-BB1E-9F17-751C940D1EC0}"/>
          </ac:spMkLst>
        </pc:spChg>
        <pc:picChg chg="add mod ord">
          <ac:chgData name="Hui Yang" userId="72d5fd8bf877926f" providerId="LiveId" clId="{7479D363-2D5C-4FBE-ABAC-FBAA446AC1E4}" dt="2024-05-06T07:25:43.587" v="23203"/>
          <ac:picMkLst>
            <pc:docMk/>
            <pc:sldMk cId="1973566420" sldId="525"/>
            <ac:picMk id="4" creationId="{83D31243-0293-2913-1BB0-AEC44DC01619}"/>
          </ac:picMkLst>
        </pc:picChg>
        <pc:picChg chg="add del mod">
          <ac:chgData name="Hui Yang" userId="72d5fd8bf877926f" providerId="LiveId" clId="{7479D363-2D5C-4FBE-ABAC-FBAA446AC1E4}" dt="2024-05-06T09:26:31.799" v="23391" actId="478"/>
          <ac:picMkLst>
            <pc:docMk/>
            <pc:sldMk cId="1973566420" sldId="525"/>
            <ac:picMk id="10" creationId="{6446CD00-39D6-A7B3-75EF-3C0F31B1988B}"/>
          </ac:picMkLst>
        </pc:picChg>
        <pc:picChg chg="add del mod">
          <ac:chgData name="Hui Yang" userId="72d5fd8bf877926f" providerId="LiveId" clId="{7479D363-2D5C-4FBE-ABAC-FBAA446AC1E4}" dt="2024-05-06T09:26:32.954" v="23392" actId="478"/>
          <ac:picMkLst>
            <pc:docMk/>
            <pc:sldMk cId="1973566420" sldId="525"/>
            <ac:picMk id="12" creationId="{7C807681-4C63-8B97-538A-1EF6457CEF22}"/>
          </ac:picMkLst>
        </pc:picChg>
        <pc:picChg chg="add del mod">
          <ac:chgData name="Hui Yang" userId="72d5fd8bf877926f" providerId="LiveId" clId="{7479D363-2D5C-4FBE-ABAC-FBAA446AC1E4}" dt="2024-05-06T13:43:57.540" v="24027" actId="478"/>
          <ac:picMkLst>
            <pc:docMk/>
            <pc:sldMk cId="1973566420" sldId="525"/>
            <ac:picMk id="17" creationId="{7508014D-8960-5A35-0586-72255013CDCD}"/>
          </ac:picMkLst>
        </pc:picChg>
        <pc:picChg chg="add del mod">
          <ac:chgData name="Hui Yang" userId="72d5fd8bf877926f" providerId="LiveId" clId="{7479D363-2D5C-4FBE-ABAC-FBAA446AC1E4}" dt="2024-05-06T11:17:39.834" v="23404" actId="478"/>
          <ac:picMkLst>
            <pc:docMk/>
            <pc:sldMk cId="1973566420" sldId="525"/>
            <ac:picMk id="19" creationId="{C329DF15-0723-8CC1-9833-9C67CE13AC26}"/>
          </ac:picMkLst>
        </pc:picChg>
        <pc:picChg chg="add del mod">
          <ac:chgData name="Hui Yang" userId="72d5fd8bf877926f" providerId="LiveId" clId="{7479D363-2D5C-4FBE-ABAC-FBAA446AC1E4}" dt="2024-05-06T13:43:57.837" v="24028" actId="478"/>
          <ac:picMkLst>
            <pc:docMk/>
            <pc:sldMk cId="1973566420" sldId="525"/>
            <ac:picMk id="21" creationId="{33EE6B1C-3F15-AA77-C47F-92E5AFA1376A}"/>
          </ac:picMkLst>
        </pc:picChg>
        <pc:picChg chg="add mod">
          <ac:chgData name="Hui Yang" userId="72d5fd8bf877926f" providerId="LiveId" clId="{7479D363-2D5C-4FBE-ABAC-FBAA446AC1E4}" dt="2024-05-07T02:23:31.196" v="25774" actId="1076"/>
          <ac:picMkLst>
            <pc:docMk/>
            <pc:sldMk cId="1973566420" sldId="525"/>
            <ac:picMk id="23" creationId="{C4EB0F50-EBBD-A7E3-6E95-B86CCEBA1A81}"/>
          </ac:picMkLst>
        </pc:picChg>
        <pc:picChg chg="add mod">
          <ac:chgData name="Hui Yang" userId="72d5fd8bf877926f" providerId="LiveId" clId="{7479D363-2D5C-4FBE-ABAC-FBAA446AC1E4}" dt="2024-05-07T02:23:22.780" v="25772" actId="1076"/>
          <ac:picMkLst>
            <pc:docMk/>
            <pc:sldMk cId="1973566420" sldId="525"/>
            <ac:picMk id="25" creationId="{EFE67496-ACD8-35C2-15E3-91A7D8C5C9C2}"/>
          </ac:picMkLst>
        </pc:picChg>
      </pc:sldChg>
      <pc:sldChg chg="addSp delSp modSp new del mod">
        <pc:chgData name="Hui Yang" userId="72d5fd8bf877926f" providerId="LiveId" clId="{7479D363-2D5C-4FBE-ABAC-FBAA446AC1E4}" dt="2024-05-07T08:50:14.297" v="26850" actId="47"/>
        <pc:sldMkLst>
          <pc:docMk/>
          <pc:sldMk cId="3520272340" sldId="526"/>
        </pc:sldMkLst>
        <pc:spChg chg="mod">
          <ac:chgData name="Hui Yang" userId="72d5fd8bf877926f" providerId="LiveId" clId="{7479D363-2D5C-4FBE-ABAC-FBAA446AC1E4}" dt="2024-05-06T07:42:21.328" v="23253" actId="20577"/>
          <ac:spMkLst>
            <pc:docMk/>
            <pc:sldMk cId="3520272340" sldId="526"/>
            <ac:spMk id="2" creationId="{D86B8C40-0718-46F6-B742-90870E9FD875}"/>
          </ac:spMkLst>
        </pc:spChg>
        <pc:spChg chg="del">
          <ac:chgData name="Hui Yang" userId="72d5fd8bf877926f" providerId="LiveId" clId="{7479D363-2D5C-4FBE-ABAC-FBAA446AC1E4}" dt="2024-05-07T07:36:50.498" v="26391" actId="478"/>
          <ac:spMkLst>
            <pc:docMk/>
            <pc:sldMk cId="3520272340" sldId="526"/>
            <ac:spMk id="3" creationId="{EDF39599-E225-D607-8BA6-F0BBAB99B1AF}"/>
          </ac:spMkLst>
        </pc:spChg>
        <pc:picChg chg="add mod">
          <ac:chgData name="Hui Yang" userId="72d5fd8bf877926f" providerId="LiveId" clId="{7479D363-2D5C-4FBE-ABAC-FBAA446AC1E4}" dt="2024-05-06T07:42:24.703" v="23254"/>
          <ac:picMkLst>
            <pc:docMk/>
            <pc:sldMk cId="3520272340" sldId="526"/>
            <ac:picMk id="4" creationId="{B7D48217-DB8D-4F14-5380-C41F49F4F622}"/>
          </ac:picMkLst>
        </pc:picChg>
      </pc:sldChg>
      <pc:sldChg chg="addSp delSp modSp new mod ord delAnim modAnim modNotesTx">
        <pc:chgData name="Hui Yang" userId="72d5fd8bf877926f" providerId="LiveId" clId="{7479D363-2D5C-4FBE-ABAC-FBAA446AC1E4}" dt="2024-05-06T14:15:15.804" v="24342"/>
        <pc:sldMkLst>
          <pc:docMk/>
          <pc:sldMk cId="2536373473" sldId="527"/>
        </pc:sldMkLst>
        <pc:spChg chg="mod">
          <ac:chgData name="Hui Yang" userId="72d5fd8bf877926f" providerId="LiveId" clId="{7479D363-2D5C-4FBE-ABAC-FBAA446AC1E4}" dt="2024-05-06T11:44:18.178" v="23819" actId="20577"/>
          <ac:spMkLst>
            <pc:docMk/>
            <pc:sldMk cId="2536373473" sldId="527"/>
            <ac:spMk id="2" creationId="{2F9D10C3-CB93-E551-8D48-4546B2412123}"/>
          </ac:spMkLst>
        </pc:spChg>
        <pc:spChg chg="del">
          <ac:chgData name="Hui Yang" userId="72d5fd8bf877926f" providerId="LiveId" clId="{7479D363-2D5C-4FBE-ABAC-FBAA446AC1E4}" dt="2024-05-06T11:44:29.187" v="23820" actId="478"/>
          <ac:spMkLst>
            <pc:docMk/>
            <pc:sldMk cId="2536373473" sldId="527"/>
            <ac:spMk id="3" creationId="{A658DA57-DFEA-298A-721F-747289C7373D}"/>
          </ac:spMkLst>
        </pc:spChg>
        <pc:spChg chg="add del mod">
          <ac:chgData name="Hui Yang" userId="72d5fd8bf877926f" providerId="LiveId" clId="{7479D363-2D5C-4FBE-ABAC-FBAA446AC1E4}" dt="2024-05-06T13:04:53.761" v="23853" actId="478"/>
          <ac:spMkLst>
            <pc:docMk/>
            <pc:sldMk cId="2536373473" sldId="527"/>
            <ac:spMk id="9" creationId="{50D5899A-C4F1-F516-986F-4BA71F8FC4AC}"/>
          </ac:spMkLst>
        </pc:spChg>
        <pc:spChg chg="add del mod">
          <ac:chgData name="Hui Yang" userId="72d5fd8bf877926f" providerId="LiveId" clId="{7479D363-2D5C-4FBE-ABAC-FBAA446AC1E4}" dt="2024-05-06T13:04:53.761" v="23853" actId="478"/>
          <ac:spMkLst>
            <pc:docMk/>
            <pc:sldMk cId="2536373473" sldId="527"/>
            <ac:spMk id="10" creationId="{D2208680-B892-935D-E3C2-19E194C44D90}"/>
          </ac:spMkLst>
        </pc:spChg>
        <pc:spChg chg="add del mod">
          <ac:chgData name="Hui Yang" userId="72d5fd8bf877926f" providerId="LiveId" clId="{7479D363-2D5C-4FBE-ABAC-FBAA446AC1E4}" dt="2024-05-06T14:15:07.549" v="24338" actId="478"/>
          <ac:spMkLst>
            <pc:docMk/>
            <pc:sldMk cId="2536373473" sldId="527"/>
            <ac:spMk id="11" creationId="{268BDBFF-F43B-766C-4ACE-A9A7DB90989A}"/>
          </ac:spMkLst>
        </pc:spChg>
        <pc:spChg chg="add del mod">
          <ac:chgData name="Hui Yang" userId="72d5fd8bf877926f" providerId="LiveId" clId="{7479D363-2D5C-4FBE-ABAC-FBAA446AC1E4}" dt="2024-05-06T13:18:58.634" v="23877" actId="478"/>
          <ac:spMkLst>
            <pc:docMk/>
            <pc:sldMk cId="2536373473" sldId="527"/>
            <ac:spMk id="12" creationId="{728FFAEA-24B0-B61B-9A83-A33D3CC922FB}"/>
          </ac:spMkLst>
        </pc:spChg>
        <pc:spChg chg="add">
          <ac:chgData name="Hui Yang" userId="72d5fd8bf877926f" providerId="LiveId" clId="{7479D363-2D5C-4FBE-ABAC-FBAA446AC1E4}" dt="2024-05-06T13:18:12.909" v="23861"/>
          <ac:spMkLst>
            <pc:docMk/>
            <pc:sldMk cId="2536373473" sldId="527"/>
            <ac:spMk id="13" creationId="{BCFC5CDA-A17E-CA88-ED30-5E0E49D03BD0}"/>
          </ac:spMkLst>
        </pc:spChg>
        <pc:spChg chg="add">
          <ac:chgData name="Hui Yang" userId="72d5fd8bf877926f" providerId="LiveId" clId="{7479D363-2D5C-4FBE-ABAC-FBAA446AC1E4}" dt="2024-05-06T13:18:12.909" v="23861"/>
          <ac:spMkLst>
            <pc:docMk/>
            <pc:sldMk cId="2536373473" sldId="527"/>
            <ac:spMk id="14" creationId="{AB8A2CBA-DD48-7ED5-8F9A-FBC3C1928415}"/>
          </ac:spMkLst>
        </pc:spChg>
        <pc:spChg chg="add del mod">
          <ac:chgData name="Hui Yang" userId="72d5fd8bf877926f" providerId="LiveId" clId="{7479D363-2D5C-4FBE-ABAC-FBAA446AC1E4}" dt="2024-05-06T13:18:19.944" v="23865" actId="478"/>
          <ac:spMkLst>
            <pc:docMk/>
            <pc:sldMk cId="2536373473" sldId="527"/>
            <ac:spMk id="16" creationId="{B72E5AAA-6C80-CECD-493D-BAAC1C492BBC}"/>
          </ac:spMkLst>
        </pc:spChg>
        <pc:spChg chg="add del mod">
          <ac:chgData name="Hui Yang" userId="72d5fd8bf877926f" providerId="LiveId" clId="{7479D363-2D5C-4FBE-ABAC-FBAA446AC1E4}" dt="2024-05-06T14:15:09.484" v="24339" actId="478"/>
          <ac:spMkLst>
            <pc:docMk/>
            <pc:sldMk cId="2536373473" sldId="527"/>
            <ac:spMk id="17" creationId="{558499A8-503F-A1A8-BEAA-4796717D117A}"/>
          </ac:spMkLst>
        </pc:spChg>
        <pc:picChg chg="add del mod">
          <ac:chgData name="Hui Yang" userId="72d5fd8bf877926f" providerId="LiveId" clId="{7479D363-2D5C-4FBE-ABAC-FBAA446AC1E4}" dt="2024-05-06T13:00:44.787" v="23831" actId="478"/>
          <ac:picMkLst>
            <pc:docMk/>
            <pc:sldMk cId="2536373473" sldId="527"/>
            <ac:picMk id="5" creationId="{D62A8CCD-733D-C9C1-0287-06A77544FC0B}"/>
          </ac:picMkLst>
        </pc:picChg>
        <pc:picChg chg="add mod">
          <ac:chgData name="Hui Yang" userId="72d5fd8bf877926f" providerId="LiveId" clId="{7479D363-2D5C-4FBE-ABAC-FBAA446AC1E4}" dt="2024-05-06T14:15:12.336" v="24340" actId="1076"/>
          <ac:picMkLst>
            <pc:docMk/>
            <pc:sldMk cId="2536373473" sldId="527"/>
            <ac:picMk id="7" creationId="{32266DB7-8112-6EAE-3E1F-6D6D9914B181}"/>
          </ac:picMkLst>
        </pc:picChg>
        <pc:picChg chg="add">
          <ac:chgData name="Hui Yang" userId="72d5fd8bf877926f" providerId="LiveId" clId="{7479D363-2D5C-4FBE-ABAC-FBAA446AC1E4}" dt="2024-05-06T13:04:06.896" v="23842"/>
          <ac:picMkLst>
            <pc:docMk/>
            <pc:sldMk cId="2536373473" sldId="527"/>
            <ac:picMk id="8" creationId="{C6970A96-0844-D9A3-C77A-B5D9171E1718}"/>
          </ac:picMkLst>
        </pc:picChg>
      </pc:sldChg>
      <pc:sldChg chg="addSp delSp modSp add mod delAnim modAnim modNotesTx">
        <pc:chgData name="Hui Yang" userId="72d5fd8bf877926f" providerId="LiveId" clId="{7479D363-2D5C-4FBE-ABAC-FBAA446AC1E4}" dt="2024-05-07T11:23:54.137" v="27411" actId="20577"/>
        <pc:sldMkLst>
          <pc:docMk/>
          <pc:sldMk cId="979246517" sldId="528"/>
        </pc:sldMkLst>
        <pc:spChg chg="mod">
          <ac:chgData name="Hui Yang" userId="72d5fd8bf877926f" providerId="LiveId" clId="{7479D363-2D5C-4FBE-ABAC-FBAA446AC1E4}" dt="2024-05-07T11:23:49.154" v="27400" actId="20577"/>
          <ac:spMkLst>
            <pc:docMk/>
            <pc:sldMk cId="979246517" sldId="528"/>
            <ac:spMk id="2" creationId="{84C6F627-2D66-746E-63C0-C422D2AC96B6}"/>
          </ac:spMkLst>
        </pc:spChg>
        <pc:spChg chg="del">
          <ac:chgData name="Hui Yang" userId="72d5fd8bf877926f" providerId="LiveId" clId="{7479D363-2D5C-4FBE-ABAC-FBAA446AC1E4}" dt="2024-05-07T06:31:35.734" v="25924" actId="478"/>
          <ac:spMkLst>
            <pc:docMk/>
            <pc:sldMk cId="979246517" sldId="528"/>
            <ac:spMk id="21" creationId="{A6AFA52B-9D52-7A72-995F-E374A5D412CE}"/>
          </ac:spMkLst>
        </pc:spChg>
        <pc:spChg chg="del">
          <ac:chgData name="Hui Yang" userId="72d5fd8bf877926f" providerId="LiveId" clId="{7479D363-2D5C-4FBE-ABAC-FBAA446AC1E4}" dt="2024-05-07T06:31:42.977" v="25932" actId="478"/>
          <ac:spMkLst>
            <pc:docMk/>
            <pc:sldMk cId="979246517" sldId="528"/>
            <ac:spMk id="22" creationId="{F8F9B1EA-E089-7873-0FAA-6200FE03CAE3}"/>
          </ac:spMkLst>
        </pc:spChg>
        <pc:spChg chg="del">
          <ac:chgData name="Hui Yang" userId="72d5fd8bf877926f" providerId="LiveId" clId="{7479D363-2D5C-4FBE-ABAC-FBAA446AC1E4}" dt="2024-05-07T06:31:35.734" v="25924" actId="478"/>
          <ac:spMkLst>
            <pc:docMk/>
            <pc:sldMk cId="979246517" sldId="528"/>
            <ac:spMk id="23" creationId="{ED112B9D-5B91-772F-1B5B-20928FAD02DB}"/>
          </ac:spMkLst>
        </pc:spChg>
        <pc:spChg chg="add mod ord">
          <ac:chgData name="Hui Yang" userId="72d5fd8bf877926f" providerId="LiveId" clId="{7479D363-2D5C-4FBE-ABAC-FBAA446AC1E4}" dt="2024-05-07T07:17:18.427" v="26222" actId="2711"/>
          <ac:spMkLst>
            <pc:docMk/>
            <pc:sldMk cId="979246517" sldId="528"/>
            <ac:spMk id="27" creationId="{9313FCD9-AA20-6AF2-3C33-D923C27F074E}"/>
          </ac:spMkLst>
        </pc:spChg>
        <pc:spChg chg="del">
          <ac:chgData name="Hui Yang" userId="72d5fd8bf877926f" providerId="LiveId" clId="{7479D363-2D5C-4FBE-ABAC-FBAA446AC1E4}" dt="2024-05-07T06:31:35.734" v="25924" actId="478"/>
          <ac:spMkLst>
            <pc:docMk/>
            <pc:sldMk cId="979246517" sldId="528"/>
            <ac:spMk id="29" creationId="{D5EDB2CC-B914-AD3B-2388-9B6CA5161CFA}"/>
          </ac:spMkLst>
        </pc:spChg>
        <pc:spChg chg="del">
          <ac:chgData name="Hui Yang" userId="72d5fd8bf877926f" providerId="LiveId" clId="{7479D363-2D5C-4FBE-ABAC-FBAA446AC1E4}" dt="2024-05-07T06:31:42.977" v="25932" actId="478"/>
          <ac:spMkLst>
            <pc:docMk/>
            <pc:sldMk cId="979246517" sldId="528"/>
            <ac:spMk id="30" creationId="{D3B28A22-79C7-EEF7-B6B6-88F09CECEB9B}"/>
          </ac:spMkLst>
        </pc:spChg>
        <pc:spChg chg="add mod">
          <ac:chgData name="Hui Yang" userId="72d5fd8bf877926f" providerId="LiveId" clId="{7479D363-2D5C-4FBE-ABAC-FBAA446AC1E4}" dt="2024-05-07T07:17:18.427" v="26222" actId="2711"/>
          <ac:spMkLst>
            <pc:docMk/>
            <pc:sldMk cId="979246517" sldId="528"/>
            <ac:spMk id="31" creationId="{7EE87340-F742-A14E-CC85-1FD617C86587}"/>
          </ac:spMkLst>
        </pc:spChg>
        <pc:spChg chg="del">
          <ac:chgData name="Hui Yang" userId="72d5fd8bf877926f" providerId="LiveId" clId="{7479D363-2D5C-4FBE-ABAC-FBAA446AC1E4}" dt="2024-05-07T06:31:35.734" v="25924" actId="478"/>
          <ac:spMkLst>
            <pc:docMk/>
            <pc:sldMk cId="979246517" sldId="528"/>
            <ac:spMk id="35" creationId="{37D69583-A42C-6C23-D308-035544016D69}"/>
          </ac:spMkLst>
        </pc:spChg>
        <pc:spChg chg="del">
          <ac:chgData name="Hui Yang" userId="72d5fd8bf877926f" providerId="LiveId" clId="{7479D363-2D5C-4FBE-ABAC-FBAA446AC1E4}" dt="2024-05-07T06:31:35.734" v="25924" actId="478"/>
          <ac:spMkLst>
            <pc:docMk/>
            <pc:sldMk cId="979246517" sldId="528"/>
            <ac:spMk id="40" creationId="{2924A779-50E6-4F54-C41A-F96CB8780ABB}"/>
          </ac:spMkLst>
        </pc:spChg>
        <pc:spChg chg="del mod">
          <ac:chgData name="Hui Yang" userId="72d5fd8bf877926f" providerId="LiveId" clId="{7479D363-2D5C-4FBE-ABAC-FBAA446AC1E4}" dt="2024-05-07T06:31:39.095" v="25930" actId="478"/>
          <ac:spMkLst>
            <pc:docMk/>
            <pc:sldMk cId="979246517" sldId="528"/>
            <ac:spMk id="41" creationId="{F9BC4F0C-0EDC-2C34-4968-3B247740A0C0}"/>
          </ac:spMkLst>
        </pc:spChg>
        <pc:spChg chg="del">
          <ac:chgData name="Hui Yang" userId="72d5fd8bf877926f" providerId="LiveId" clId="{7479D363-2D5C-4FBE-ABAC-FBAA446AC1E4}" dt="2024-05-07T06:31:35.734" v="25924" actId="478"/>
          <ac:spMkLst>
            <pc:docMk/>
            <pc:sldMk cId="979246517" sldId="528"/>
            <ac:spMk id="42" creationId="{6CA1A7DC-DA89-05AD-05F4-2395DA4B6B4C}"/>
          </ac:spMkLst>
        </pc:spChg>
        <pc:spChg chg="mod">
          <ac:chgData name="Hui Yang" userId="72d5fd8bf877926f" providerId="LiveId" clId="{7479D363-2D5C-4FBE-ABAC-FBAA446AC1E4}" dt="2024-05-07T07:46:30.129" v="26814" actId="1035"/>
          <ac:spMkLst>
            <pc:docMk/>
            <pc:sldMk cId="979246517" sldId="528"/>
            <ac:spMk id="43" creationId="{911F0FD6-E828-66D1-05D0-82C78662C22A}"/>
          </ac:spMkLst>
        </pc:spChg>
        <pc:spChg chg="mod">
          <ac:chgData name="Hui Yang" userId="72d5fd8bf877926f" providerId="LiveId" clId="{7479D363-2D5C-4FBE-ABAC-FBAA446AC1E4}" dt="2024-05-07T07:46:30.129" v="26814" actId="1035"/>
          <ac:spMkLst>
            <pc:docMk/>
            <pc:sldMk cId="979246517" sldId="528"/>
            <ac:spMk id="44" creationId="{2B93C1A0-5928-6537-F088-2F4153C32858}"/>
          </ac:spMkLst>
        </pc:spChg>
        <pc:spChg chg="del mod">
          <ac:chgData name="Hui Yang" userId="72d5fd8bf877926f" providerId="LiveId" clId="{7479D363-2D5C-4FBE-ABAC-FBAA446AC1E4}" dt="2024-05-07T06:31:37.906" v="25928" actId="478"/>
          <ac:spMkLst>
            <pc:docMk/>
            <pc:sldMk cId="979246517" sldId="528"/>
            <ac:spMk id="45" creationId="{8FF1DE82-3556-953C-FB9D-89B8E7A6B2E6}"/>
          </ac:spMkLst>
        </pc:spChg>
        <pc:spChg chg="add mod">
          <ac:chgData name="Hui Yang" userId="72d5fd8bf877926f" providerId="LiveId" clId="{7479D363-2D5C-4FBE-ABAC-FBAA446AC1E4}" dt="2024-05-07T07:47:56.473" v="26827" actId="1076"/>
          <ac:spMkLst>
            <pc:docMk/>
            <pc:sldMk cId="979246517" sldId="528"/>
            <ac:spMk id="46" creationId="{3FDD5660-C6C4-41F9-F6A2-6E26C49F4348}"/>
          </ac:spMkLst>
        </pc:spChg>
        <pc:spChg chg="add mod">
          <ac:chgData name="Hui Yang" userId="72d5fd8bf877926f" providerId="LiveId" clId="{7479D363-2D5C-4FBE-ABAC-FBAA446AC1E4}" dt="2024-05-07T07:48:04.480" v="26838" actId="1076"/>
          <ac:spMkLst>
            <pc:docMk/>
            <pc:sldMk cId="979246517" sldId="528"/>
            <ac:spMk id="47" creationId="{F7FB1912-D087-B344-D531-FE5A12BEA423}"/>
          </ac:spMkLst>
        </pc:spChg>
        <pc:spChg chg="add mod">
          <ac:chgData name="Hui Yang" userId="72d5fd8bf877926f" providerId="LiveId" clId="{7479D363-2D5C-4FBE-ABAC-FBAA446AC1E4}" dt="2024-05-07T07:15:17.440" v="26137" actId="1076"/>
          <ac:spMkLst>
            <pc:docMk/>
            <pc:sldMk cId="979246517" sldId="528"/>
            <ac:spMk id="48" creationId="{70EB35FC-6348-034C-AD9A-95338F2B6C10}"/>
          </ac:spMkLst>
        </pc:spChg>
        <pc:spChg chg="add mod">
          <ac:chgData name="Hui Yang" userId="72d5fd8bf877926f" providerId="LiveId" clId="{7479D363-2D5C-4FBE-ABAC-FBAA446AC1E4}" dt="2024-05-07T07:19:36.864" v="26295" actId="20577"/>
          <ac:spMkLst>
            <pc:docMk/>
            <pc:sldMk cId="979246517" sldId="528"/>
            <ac:spMk id="49" creationId="{9A710252-D9CB-65B9-F58F-A5C3D5452631}"/>
          </ac:spMkLst>
        </pc:spChg>
        <pc:spChg chg="add mod">
          <ac:chgData name="Hui Yang" userId="72d5fd8bf877926f" providerId="LiveId" clId="{7479D363-2D5C-4FBE-ABAC-FBAA446AC1E4}" dt="2024-05-07T07:15:40.855" v="26142" actId="14100"/>
          <ac:spMkLst>
            <pc:docMk/>
            <pc:sldMk cId="979246517" sldId="528"/>
            <ac:spMk id="50" creationId="{E7E1F841-421F-EC55-259E-B0E3C78DA937}"/>
          </ac:spMkLst>
        </pc:spChg>
        <pc:spChg chg="add mod">
          <ac:chgData name="Hui Yang" userId="72d5fd8bf877926f" providerId="LiveId" clId="{7479D363-2D5C-4FBE-ABAC-FBAA446AC1E4}" dt="2024-05-07T07:19:33.318" v="26286" actId="20577"/>
          <ac:spMkLst>
            <pc:docMk/>
            <pc:sldMk cId="979246517" sldId="528"/>
            <ac:spMk id="51" creationId="{C5D929AE-70EC-C64F-DB45-3B2012378A6E}"/>
          </ac:spMkLst>
        </pc:spChg>
        <pc:spChg chg="add del mod">
          <ac:chgData name="Hui Yang" userId="72d5fd8bf877926f" providerId="LiveId" clId="{7479D363-2D5C-4FBE-ABAC-FBAA446AC1E4}" dt="2024-05-07T07:17:41.680" v="26226" actId="478"/>
          <ac:spMkLst>
            <pc:docMk/>
            <pc:sldMk cId="979246517" sldId="528"/>
            <ac:spMk id="54" creationId="{197241E7-5618-AA47-D124-D582B2787A24}"/>
          </ac:spMkLst>
        </pc:spChg>
        <pc:spChg chg="add del mod">
          <ac:chgData name="Hui Yang" userId="72d5fd8bf877926f" providerId="LiveId" clId="{7479D363-2D5C-4FBE-ABAC-FBAA446AC1E4}" dt="2024-05-07T07:17:40.418" v="26225" actId="478"/>
          <ac:spMkLst>
            <pc:docMk/>
            <pc:sldMk cId="979246517" sldId="528"/>
            <ac:spMk id="55" creationId="{9CAB271E-4CDA-A805-C627-AF4D0B6D7CAE}"/>
          </ac:spMkLst>
        </pc:spChg>
        <pc:spChg chg="add mod">
          <ac:chgData name="Hui Yang" userId="72d5fd8bf877926f" providerId="LiveId" clId="{7479D363-2D5C-4FBE-ABAC-FBAA446AC1E4}" dt="2024-05-07T07:25:26.298" v="26360" actId="20577"/>
          <ac:spMkLst>
            <pc:docMk/>
            <pc:sldMk cId="979246517" sldId="528"/>
            <ac:spMk id="57" creationId="{41544D4F-8D64-3A50-485C-0D7C7ED66576}"/>
          </ac:spMkLst>
        </pc:spChg>
        <pc:spChg chg="add mod">
          <ac:chgData name="Hui Yang" userId="72d5fd8bf877926f" providerId="LiveId" clId="{7479D363-2D5C-4FBE-ABAC-FBAA446AC1E4}" dt="2024-05-07T07:25:01.344" v="26352" actId="1076"/>
          <ac:spMkLst>
            <pc:docMk/>
            <pc:sldMk cId="979246517" sldId="528"/>
            <ac:spMk id="58" creationId="{1E1C1558-9BA5-DA13-E211-327459195BB5}"/>
          </ac:spMkLst>
        </pc:spChg>
        <pc:grpChg chg="del">
          <ac:chgData name="Hui Yang" userId="72d5fd8bf877926f" providerId="LiveId" clId="{7479D363-2D5C-4FBE-ABAC-FBAA446AC1E4}" dt="2024-05-07T06:31:35.734" v="25924" actId="478"/>
          <ac:grpSpMkLst>
            <pc:docMk/>
            <pc:sldMk cId="979246517" sldId="528"/>
            <ac:grpSpMk id="32" creationId="{BC886A8F-FAA9-3372-55A3-4348C13E0EF8}"/>
          </ac:grpSpMkLst>
        </pc:grpChg>
        <pc:grpChg chg="add mod">
          <ac:chgData name="Hui Yang" userId="72d5fd8bf877926f" providerId="LiveId" clId="{7479D363-2D5C-4FBE-ABAC-FBAA446AC1E4}" dt="2024-05-07T07:14:54.455" v="26131" actId="164"/>
          <ac:grpSpMkLst>
            <pc:docMk/>
            <pc:sldMk cId="979246517" sldId="528"/>
            <ac:grpSpMk id="36" creationId="{71BC8255-84F3-03C1-897B-1FBB323AD10B}"/>
          </ac:grpSpMkLst>
        </pc:grpChg>
        <pc:grpChg chg="add mod">
          <ac:chgData name="Hui Yang" userId="72d5fd8bf877926f" providerId="LiveId" clId="{7479D363-2D5C-4FBE-ABAC-FBAA446AC1E4}" dt="2024-05-07T07:14:52.967" v="26130" actId="164"/>
          <ac:grpSpMkLst>
            <pc:docMk/>
            <pc:sldMk cId="979246517" sldId="528"/>
            <ac:grpSpMk id="38" creationId="{A80F38ED-B137-91FE-E39D-94D220CC7586}"/>
          </ac:grpSpMkLst>
        </pc:grpChg>
        <pc:grpChg chg="add mod">
          <ac:chgData name="Hui Yang" userId="72d5fd8bf877926f" providerId="LiveId" clId="{7479D363-2D5C-4FBE-ABAC-FBAA446AC1E4}" dt="2024-05-07T07:19:40.799" v="26296" actId="1076"/>
          <ac:grpSpMkLst>
            <pc:docMk/>
            <pc:sldMk cId="979246517" sldId="528"/>
            <ac:grpSpMk id="52" creationId="{3F0B3C91-8622-20B5-3EDD-0B85DB6E7A14}"/>
          </ac:grpSpMkLst>
        </pc:grpChg>
        <pc:grpChg chg="add mod">
          <ac:chgData name="Hui Yang" userId="72d5fd8bf877926f" providerId="LiveId" clId="{7479D363-2D5C-4FBE-ABAC-FBAA446AC1E4}" dt="2024-05-07T07:24:57.815" v="26351" actId="1076"/>
          <ac:grpSpMkLst>
            <pc:docMk/>
            <pc:sldMk cId="979246517" sldId="528"/>
            <ac:grpSpMk id="53" creationId="{9D2EB294-F8F2-9389-A6F4-8278E30034CB}"/>
          </ac:grpSpMkLst>
        </pc:grpChg>
        <pc:picChg chg="add del mod">
          <ac:chgData name="Hui Yang" userId="72d5fd8bf877926f" providerId="LiveId" clId="{7479D363-2D5C-4FBE-ABAC-FBAA446AC1E4}" dt="2024-05-07T07:04:13.674" v="25947" actId="478"/>
          <ac:picMkLst>
            <pc:docMk/>
            <pc:sldMk cId="979246517" sldId="528"/>
            <ac:picMk id="5" creationId="{281FCEC5-D1FD-D934-D9EB-14F1CB9E2C45}"/>
          </ac:picMkLst>
        </pc:picChg>
        <pc:picChg chg="add del mod">
          <ac:chgData name="Hui Yang" userId="72d5fd8bf877926f" providerId="LiveId" clId="{7479D363-2D5C-4FBE-ABAC-FBAA446AC1E4}" dt="2024-05-07T07:04:13.964" v="25948" actId="478"/>
          <ac:picMkLst>
            <pc:docMk/>
            <pc:sldMk cId="979246517" sldId="528"/>
            <ac:picMk id="7" creationId="{B9918D6C-A96B-9D88-86D0-4C1DA0A91D79}"/>
          </ac:picMkLst>
        </pc:picChg>
        <pc:picChg chg="add del mod">
          <ac:chgData name="Hui Yang" userId="72d5fd8bf877926f" providerId="LiveId" clId="{7479D363-2D5C-4FBE-ABAC-FBAA446AC1E4}" dt="2024-05-07T07:07:10.913" v="25964" actId="478"/>
          <ac:picMkLst>
            <pc:docMk/>
            <pc:sldMk cId="979246517" sldId="528"/>
            <ac:picMk id="9" creationId="{54E19B41-033B-1332-205B-0455310EB5BE}"/>
          </ac:picMkLst>
        </pc:picChg>
        <pc:picChg chg="add del mod">
          <ac:chgData name="Hui Yang" userId="72d5fd8bf877926f" providerId="LiveId" clId="{7479D363-2D5C-4FBE-ABAC-FBAA446AC1E4}" dt="2024-05-07T07:07:11.191" v="25965" actId="478"/>
          <ac:picMkLst>
            <pc:docMk/>
            <pc:sldMk cId="979246517" sldId="528"/>
            <ac:picMk id="11" creationId="{68A59906-7D36-CE22-2934-C62FD1F2972C}"/>
          </ac:picMkLst>
        </pc:picChg>
        <pc:picChg chg="add del mod">
          <ac:chgData name="Hui Yang" userId="72d5fd8bf877926f" providerId="LiveId" clId="{7479D363-2D5C-4FBE-ABAC-FBAA446AC1E4}" dt="2024-05-07T07:08:16.038" v="25983" actId="478"/>
          <ac:picMkLst>
            <pc:docMk/>
            <pc:sldMk cId="979246517" sldId="528"/>
            <ac:picMk id="13" creationId="{363EA88E-FBD9-30D0-4BAB-658B061E0B53}"/>
          </ac:picMkLst>
        </pc:picChg>
        <pc:picChg chg="del">
          <ac:chgData name="Hui Yang" userId="72d5fd8bf877926f" providerId="LiveId" clId="{7479D363-2D5C-4FBE-ABAC-FBAA446AC1E4}" dt="2024-05-07T06:31:35.734" v="25924" actId="478"/>
          <ac:picMkLst>
            <pc:docMk/>
            <pc:sldMk cId="979246517" sldId="528"/>
            <ac:picMk id="14" creationId="{DFBBC888-49FA-50CA-0619-484AD6ABAA9D}"/>
          </ac:picMkLst>
        </pc:picChg>
        <pc:picChg chg="add del mod">
          <ac:chgData name="Hui Yang" userId="72d5fd8bf877926f" providerId="LiveId" clId="{7479D363-2D5C-4FBE-ABAC-FBAA446AC1E4}" dt="2024-05-07T07:08:15.847" v="25982" actId="478"/>
          <ac:picMkLst>
            <pc:docMk/>
            <pc:sldMk cId="979246517" sldId="528"/>
            <ac:picMk id="16" creationId="{28B51714-E58E-1BA7-A0CE-413D28B8E178}"/>
          </ac:picMkLst>
        </pc:picChg>
        <pc:picChg chg="add mod">
          <ac:chgData name="Hui Yang" userId="72d5fd8bf877926f" providerId="LiveId" clId="{7479D363-2D5C-4FBE-ABAC-FBAA446AC1E4}" dt="2024-05-07T07:12:53.228" v="26044" actId="164"/>
          <ac:picMkLst>
            <pc:docMk/>
            <pc:sldMk cId="979246517" sldId="528"/>
            <ac:picMk id="18" creationId="{D257C368-20CF-579C-5CCA-24284A17E038}"/>
          </ac:picMkLst>
        </pc:picChg>
        <pc:picChg chg="del mod">
          <ac:chgData name="Hui Yang" userId="72d5fd8bf877926f" providerId="LiveId" clId="{7479D363-2D5C-4FBE-ABAC-FBAA446AC1E4}" dt="2024-05-07T06:35:25.873" v="25937" actId="478"/>
          <ac:picMkLst>
            <pc:docMk/>
            <pc:sldMk cId="979246517" sldId="528"/>
            <ac:picMk id="20" creationId="{AB079965-B5AB-331B-AE78-CD7D254AB134}"/>
          </ac:picMkLst>
        </pc:picChg>
        <pc:picChg chg="del">
          <ac:chgData name="Hui Yang" userId="72d5fd8bf877926f" providerId="LiveId" clId="{7479D363-2D5C-4FBE-ABAC-FBAA446AC1E4}" dt="2024-05-07T06:31:35.734" v="25924" actId="478"/>
          <ac:picMkLst>
            <pc:docMk/>
            <pc:sldMk cId="979246517" sldId="528"/>
            <ac:picMk id="24" creationId="{1125D8B2-5235-4A79-AABE-9E945C27D0B9}"/>
          </ac:picMkLst>
        </pc:picChg>
        <pc:picChg chg="add mod">
          <ac:chgData name="Hui Yang" userId="72d5fd8bf877926f" providerId="LiveId" clId="{7479D363-2D5C-4FBE-ABAC-FBAA446AC1E4}" dt="2024-05-07T07:12:56.550" v="26045" actId="164"/>
          <ac:picMkLst>
            <pc:docMk/>
            <pc:sldMk cId="979246517" sldId="528"/>
            <ac:picMk id="25" creationId="{EF5956C1-A808-7E39-633E-C12847931E52}"/>
          </ac:picMkLst>
        </pc:picChg>
        <pc:picChg chg="del">
          <ac:chgData name="Hui Yang" userId="72d5fd8bf877926f" providerId="LiveId" clId="{7479D363-2D5C-4FBE-ABAC-FBAA446AC1E4}" dt="2024-05-07T06:31:35.734" v="25924" actId="478"/>
          <ac:picMkLst>
            <pc:docMk/>
            <pc:sldMk cId="979246517" sldId="528"/>
            <ac:picMk id="26" creationId="{735BEEB2-DAE6-2EA4-7D81-0630435FBF46}"/>
          </ac:picMkLst>
        </pc:picChg>
        <pc:picChg chg="del">
          <ac:chgData name="Hui Yang" userId="72d5fd8bf877926f" providerId="LiveId" clId="{7479D363-2D5C-4FBE-ABAC-FBAA446AC1E4}" dt="2024-05-07T06:31:36.761" v="25926" actId="478"/>
          <ac:picMkLst>
            <pc:docMk/>
            <pc:sldMk cId="979246517" sldId="528"/>
            <ac:picMk id="28" creationId="{411568B3-6CD6-7436-6393-07799D037DFF}"/>
          </ac:picMkLst>
        </pc:picChg>
        <pc:picChg chg="add mod modCrop">
          <ac:chgData name="Hui Yang" userId="72d5fd8bf877926f" providerId="LiveId" clId="{7479D363-2D5C-4FBE-ABAC-FBAA446AC1E4}" dt="2024-05-07T07:24:54.172" v="26349" actId="1076"/>
          <ac:picMkLst>
            <pc:docMk/>
            <pc:sldMk cId="979246517" sldId="528"/>
            <ac:picMk id="56" creationId="{0C6F2955-8820-9343-BE1B-D4B5A097F1B3}"/>
          </ac:picMkLst>
        </pc:picChg>
        <pc:cxnChg chg="del">
          <ac:chgData name="Hui Yang" userId="72d5fd8bf877926f" providerId="LiveId" clId="{7479D363-2D5C-4FBE-ABAC-FBAA446AC1E4}" dt="2024-05-07T06:31:35.734" v="25924" actId="478"/>
          <ac:cxnSpMkLst>
            <pc:docMk/>
            <pc:sldMk cId="979246517" sldId="528"/>
            <ac:cxnSpMk id="37" creationId="{1FA4A5E4-9697-1C8F-F18A-D909E746A2E8}"/>
          </ac:cxnSpMkLst>
        </pc:cxnChg>
        <pc:cxnChg chg="del">
          <ac:chgData name="Hui Yang" userId="72d5fd8bf877926f" providerId="LiveId" clId="{7479D363-2D5C-4FBE-ABAC-FBAA446AC1E4}" dt="2024-05-07T06:31:35.734" v="25924" actId="478"/>
          <ac:cxnSpMkLst>
            <pc:docMk/>
            <pc:sldMk cId="979246517" sldId="528"/>
            <ac:cxnSpMk id="39" creationId="{B4F730C9-72F3-D9D2-6FE2-629DE460A2BD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A7DF55-6425-47BD-A20E-B165CE5A0E2E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F8B2F9-3D6B-4F14-8301-1D31A2BD98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0601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Hello every, I’m Yang Zou, a one-year doctoral student from Tsinghua University.</a:t>
            </a:r>
          </a:p>
          <a:p>
            <a:endParaRPr lang="en-US" altLang="zh-CN" dirty="0"/>
          </a:p>
          <a:p>
            <a:r>
              <a:rPr lang="en-US" altLang="zh-CN" dirty="0"/>
              <a:t>It’s my great honor to share our work</a:t>
            </a:r>
          </a:p>
          <a:p>
            <a:endParaRPr lang="en-US" altLang="zh-CN" dirty="0"/>
          </a:p>
          <a:p>
            <a:r>
              <a:rPr lang="en-US" altLang="zh-CN" dirty="0"/>
              <a:t>Trident: Interference avoidance in multi-reader backscatter network via frequency-space division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8B2F9-3D6B-4F14-8301-1D31A2BD98E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6916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sz="1800" b="0" i="0" u="none" strike="noStrike" baseline="0" dirty="0">
                <a:latin typeface="NimbusRomNo9L-Medi"/>
              </a:rPr>
              <a:t>Backscatter is an enabling technology for battery-free sensing in many industrial IoT applications.</a:t>
            </a:r>
          </a:p>
          <a:p>
            <a:pPr algn="l"/>
            <a:endParaRPr lang="en-US" altLang="zh-CN" sz="1800" b="0" i="0" u="none" strike="noStrike" baseline="0" dirty="0">
              <a:latin typeface="NimbusRomNo9L-Medi"/>
            </a:endParaRPr>
          </a:p>
          <a:p>
            <a:pPr algn="l"/>
            <a:r>
              <a:rPr lang="en-US" altLang="zh-CN" sz="1800" b="0" i="0" u="none" strike="noStrike" baseline="0" dirty="0">
                <a:latin typeface="NimbusRomNo9L-Medi"/>
              </a:rPr>
              <a:t>As the </a:t>
            </a:r>
            <a:r>
              <a:rPr lang="en-US" altLang="zh-CN" sz="1800" b="0" i="0" u="none" strike="noStrike" baseline="0" dirty="0">
                <a:latin typeface="NimbusRomNo9L-Regu"/>
              </a:rPr>
              <a:t>deployment scale expanding, </a:t>
            </a:r>
            <a:r>
              <a:rPr lang="en-US" altLang="zh-CN" sz="1800" b="0" i="0" u="none" strike="noStrike" baseline="0" dirty="0">
                <a:latin typeface="NimbusRomNo9L-Medi"/>
              </a:rPr>
              <a:t>one often needs to deploy multiple readers densely to cover all the tags in the area.</a:t>
            </a:r>
          </a:p>
          <a:p>
            <a:pPr algn="l"/>
            <a:endParaRPr lang="en-US" altLang="zh-CN" sz="1800" b="0" i="0" u="none" strike="noStrike" baseline="0" dirty="0">
              <a:latin typeface="NimbusRomNo9L-Med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8B2F9-3D6B-4F14-8301-1D31A2BD98E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79486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0" i="0" u="none" strike="noStrike" baseline="0" dirty="0">
                <a:latin typeface="NimbusRomNo9L-Medi"/>
              </a:rPr>
              <a:t>We hope that each reader communicates with tags within its coverage.</a:t>
            </a:r>
          </a:p>
          <a:p>
            <a:pPr algn="l"/>
            <a:endParaRPr lang="en-US" altLang="zh-CN" sz="1800" b="0" i="0" u="none" strike="noStrike" baseline="0" dirty="0">
              <a:latin typeface="NimbusRomNo9L-Medi"/>
            </a:endParaRPr>
          </a:p>
          <a:p>
            <a:pPr algn="l"/>
            <a:r>
              <a:rPr lang="en-US" altLang="zh-CN" sz="1800" b="0" i="0" u="none" strike="noStrike" baseline="0" dirty="0">
                <a:latin typeface="NimbusRomNo9L-Medi"/>
              </a:rPr>
              <a:t>However, the actual backscattered signals from a tag are likely to reach another reader, which is outside the communication range, and leads to undesired interference.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8B2F9-3D6B-4F14-8301-1D31A2BD98E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92642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Conventional methods generally based on TDMA or CSMA.</a:t>
            </a:r>
          </a:p>
          <a:p>
            <a:endParaRPr lang="en-US" altLang="zh-CN" dirty="0"/>
          </a:p>
          <a:p>
            <a:r>
              <a:rPr lang="en-US" altLang="zh-CN" dirty="0"/>
              <a:t>In the TDMA methods, reader are coordinated into different slots, and in the CSMA methods, reader listens to the channel before its reading.</a:t>
            </a:r>
          </a:p>
          <a:p>
            <a:endParaRPr lang="en-US" altLang="zh-CN" dirty="0"/>
          </a:p>
          <a:p>
            <a:r>
              <a:rPr lang="en-US" altLang="zh-CN" dirty="0"/>
              <a:t>Both can avoid interference indeed, however at a cost of the network throughput. </a:t>
            </a:r>
          </a:p>
          <a:p>
            <a:endParaRPr lang="en-US" altLang="zh-CN" dirty="0"/>
          </a:p>
          <a:p>
            <a:r>
              <a:rPr lang="en-US" altLang="zh-CN" dirty="0"/>
              <a:t>Because they sorely focus on the readers and avoid interference in the time-domain</a:t>
            </a:r>
            <a:r>
              <a:rPr lang="en-US" altLang="zh-CN" sz="1200" b="0" i="0" u="none" strike="noStrike" baseline="0" dirty="0">
                <a:latin typeface="NimbusRomNo9L-Regu"/>
              </a:rPr>
              <a:t>.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8B2F9-3D6B-4F14-8301-1D31A2BD98E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1200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sz="1800" b="0" i="0" u="none" strike="noStrike" baseline="0" dirty="0">
                <a:latin typeface="NimbusRomNo9L-Regu"/>
              </a:rPr>
              <a:t>To enhance the overall network throughput, we consider avoiding interference by utilizing other multiplexing space.</a:t>
            </a:r>
          </a:p>
          <a:p>
            <a:pPr algn="l"/>
            <a:endParaRPr lang="en-US" altLang="zh-CN" sz="1800" b="0" i="0" u="none" strike="noStrike" baseline="0" dirty="0">
              <a:latin typeface="NimbusRomNo9L-Regu"/>
            </a:endParaRPr>
          </a:p>
          <a:p>
            <a:pPr algn="l"/>
            <a:r>
              <a:rPr lang="en-US" altLang="zh-CN" sz="1800" b="0" i="0" u="none" strike="noStrike" baseline="0" dirty="0">
                <a:latin typeface="NimbusRomNo9L-Regu"/>
              </a:rPr>
              <a:t>We propose Trident, a novel of backscatter tag to avoid interference in frequency and space domain.</a:t>
            </a:r>
          </a:p>
          <a:p>
            <a:pPr algn="l"/>
            <a:endParaRPr lang="en-US" altLang="zh-CN" sz="1800" b="0" i="0" u="none" strike="noStrike" baseline="0" dirty="0">
              <a:latin typeface="NimbusRomNo9L-Regu"/>
            </a:endParaRPr>
          </a:p>
          <a:p>
            <a:pPr algn="l"/>
            <a:r>
              <a:rPr lang="en-US" altLang="zh-CN" dirty="0"/>
              <a:t>In a</a:t>
            </a:r>
            <a:r>
              <a:rPr lang="zh-CN" altLang="en-US" dirty="0"/>
              <a:t> </a:t>
            </a:r>
            <a:r>
              <a:rPr lang="en-US" altLang="zh-CN" dirty="0"/>
              <a:t>backscatter network, where adjacent readers operating in different bands, our tag select the strongest band, and modulate on this specific band.</a:t>
            </a:r>
          </a:p>
          <a:p>
            <a:pPr algn="l"/>
            <a:r>
              <a:rPr lang="en-US" altLang="zh-CN" dirty="0"/>
              <a:t>This is frequency division.</a:t>
            </a:r>
          </a:p>
          <a:p>
            <a:pPr algn="l"/>
            <a:endParaRPr lang="en-US" altLang="zh-CN" dirty="0"/>
          </a:p>
          <a:p>
            <a:pPr algn="l"/>
            <a:r>
              <a:rPr lang="en-US" altLang="zh-CN" dirty="0"/>
              <a:t>Furthermore, our tag controls its reflection power, in case of interfering the remote reader which operates in the same band.</a:t>
            </a:r>
          </a:p>
          <a:p>
            <a:pPr algn="l"/>
            <a:r>
              <a:rPr lang="en-US" altLang="zh-CN" dirty="0"/>
              <a:t>This is space division.</a:t>
            </a:r>
          </a:p>
          <a:p>
            <a:pPr algn="l"/>
            <a:endParaRPr lang="en-US" altLang="zh-CN" dirty="0"/>
          </a:p>
          <a:p>
            <a:pPr algn="l"/>
            <a:r>
              <a:rPr lang="en-US" altLang="zh-CN" dirty="0"/>
              <a:t>In this way, all the devices can work concurrently, and we believe that the throughput can be enhanced.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8B2F9-3D6B-4F14-8301-1D31A2BD98E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26406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However, to achieve this goal, we have to tackle three daunting challenges:</a:t>
            </a:r>
          </a:p>
          <a:p>
            <a:endParaRPr lang="en-US" altLang="zh-CN" dirty="0"/>
          </a:p>
          <a:p>
            <a:r>
              <a:rPr lang="en-US" altLang="zh-CN" dirty="0"/>
              <a:t>The limited power budget, the broad-band reflection and the dynamic reflection power.</a:t>
            </a:r>
          </a:p>
          <a:p>
            <a:endParaRPr lang="en-US" altLang="zh-CN" dirty="0"/>
          </a:p>
          <a:p>
            <a:r>
              <a:rPr lang="en-US" altLang="zh-CN" dirty="0"/>
              <a:t>// </a:t>
            </a:r>
            <a:r>
              <a:rPr lang="zh-CN" altLang="en-US" dirty="0"/>
              <a:t>这里的三个问题需要强调，字体和简洁性都需要调整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8B2F9-3D6B-4F14-8301-1D31A2BD98E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79789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 first challenge is the highly limited power budget.</a:t>
            </a:r>
          </a:p>
          <a:p>
            <a:endParaRPr lang="en-US" altLang="zh-CN" dirty="0"/>
          </a:p>
          <a:p>
            <a:r>
              <a:rPr lang="en-US" altLang="zh-CN" dirty="0"/>
              <a:t>As we design the tag to select the strongest band, how to enable this in limited power budget is a problem for us.</a:t>
            </a:r>
          </a:p>
          <a:p>
            <a:endParaRPr lang="en-US" altLang="zh-CN" dirty="0"/>
          </a:p>
          <a:p>
            <a:pPr algn="l"/>
            <a:r>
              <a:rPr lang="en-US" altLang="zh-CN" dirty="0"/>
              <a:t>We achieve this in two steps: extracting the signals from different bands and comparing them to find the strongest band.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8B2F9-3D6B-4F14-8301-1D31A2BD98E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9610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dirty="0"/>
              <a:t>We focus on the first step: signal extraction.</a:t>
            </a:r>
          </a:p>
          <a:p>
            <a:pPr algn="l"/>
            <a:endParaRPr lang="en-US" altLang="zh-CN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l"/>
            <a:r>
              <a:rPr lang="en-US" altLang="zh-CN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Traditional methods often rely on a local oscillator to down-convert the input RF signal to the baseband, followed by using a low-pass filter to extract the signal. </a:t>
            </a:r>
          </a:p>
          <a:p>
            <a:pPr algn="l"/>
            <a:endParaRPr lang="en-US" altLang="zh-CN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l"/>
            <a:r>
              <a:rPr lang="en-US" altLang="zh-CN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However, the LO for down-converting consumes a significant amount of power.</a:t>
            </a:r>
          </a:p>
          <a:p>
            <a:pPr algn="l"/>
            <a:endParaRPr lang="en-US" altLang="zh-CN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l"/>
            <a:r>
              <a:rPr lang="en-US" altLang="zh-CN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Therefore, we consider avoiding the LO and moving the signal extraction from the baseband to the RF domain. This requires us to introduce a new low-power frequency-selective device.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8B2F9-3D6B-4F14-8301-1D31A2BD98E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81123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We introduce the comb-line filter, the comb-line filter consists of three coupled resonators.</a:t>
            </a:r>
          </a:p>
          <a:p>
            <a:endParaRPr lang="en-US" altLang="zh-CN" dirty="0"/>
          </a:p>
          <a:p>
            <a:r>
              <a:rPr lang="en-US" altLang="zh-CN" dirty="0"/>
              <a:t>If the signal frequency is close to the resonation frequency, the signal can pass the filter, or it will be reflected.</a:t>
            </a:r>
          </a:p>
          <a:p>
            <a:endParaRPr lang="en-US" altLang="zh-CN" dirty="0"/>
          </a:p>
          <a:p>
            <a:r>
              <a:rPr lang="en-US" altLang="zh-CN" dirty="0"/>
              <a:t>The resonation frequency is determined by the formula on the right. </a:t>
            </a:r>
          </a:p>
          <a:p>
            <a:endParaRPr lang="en-US" altLang="zh-CN" dirty="0"/>
          </a:p>
          <a:p>
            <a:r>
              <a:rPr lang="en-US" altLang="zh-CN" dirty="0"/>
              <a:t>We notice that if we can change the value of the load capacitor, we can change the resonation frequency and pass signals with different frequencies.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8B2F9-3D6B-4F14-8301-1D31A2BD98E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2569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We utilize the </a:t>
            </a:r>
            <a:r>
              <a:rPr lang="en-US" altLang="zh-CN" sz="1800" b="0" i="0" u="none" strike="noStrike" baseline="0" dirty="0">
                <a:latin typeface="NimbusRomNo9L-Regu"/>
              </a:rPr>
              <a:t>varactor as the load capacitor. As we increase the reversed bias voltage of the varactor, its capacitance will decrease significantly.</a:t>
            </a:r>
          </a:p>
          <a:p>
            <a:endParaRPr lang="en-US" altLang="zh-CN" sz="1800" b="0" i="0" u="none" strike="noStrike" baseline="0" dirty="0">
              <a:latin typeface="NimbusRomNo9L-Regu"/>
            </a:endParaRPr>
          </a:p>
          <a:p>
            <a:r>
              <a:rPr lang="en-US" altLang="zh-CN" sz="1800" b="0" i="0" u="none" strike="noStrike" baseline="0" dirty="0">
                <a:latin typeface="NimbusRomNo9L-Regu"/>
              </a:rPr>
              <a:t>Thus, we can adjust the bias voltage to control the filter’s passband, and eventually extract different frequency components directly from the RF excitation signals.</a:t>
            </a:r>
          </a:p>
          <a:p>
            <a:endParaRPr lang="en-US" altLang="zh-CN" sz="1800" b="0" i="0" u="none" strike="noStrike" baseline="0" dirty="0">
              <a:latin typeface="NimbusRomNo9L-Regu"/>
            </a:endParaRPr>
          </a:p>
          <a:p>
            <a:r>
              <a:rPr lang="en-US" altLang="zh-CN" dirty="0"/>
              <a:t>It should be noticed that the current of the varactor is only several nano-amperes. So, the power consumption can be neglected.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8B2F9-3D6B-4F14-8301-1D31A2BD98E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61657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sz="1800" b="0" i="0" u="none" strike="noStrike" baseline="0" dirty="0">
                <a:latin typeface="NimbusRomNo9L-Regu"/>
              </a:rPr>
              <a:t>The next step is signal comparison.</a:t>
            </a:r>
          </a:p>
          <a:p>
            <a:pPr algn="l"/>
            <a:endParaRPr lang="en-US" altLang="zh-CN" sz="1800" b="0" i="0" u="none" strike="noStrike" baseline="0" dirty="0">
              <a:latin typeface="NimbusRomNo9L-Regu"/>
            </a:endParaRPr>
          </a:p>
          <a:p>
            <a:pPr algn="l"/>
            <a:r>
              <a:rPr lang="en-US" altLang="zh-CN" sz="1800" b="0" i="0" u="none" strike="noStrike" baseline="0" dirty="0">
                <a:latin typeface="NimbusRomNo9L-Regu"/>
              </a:rPr>
              <a:t>We first extract the signals from two frequency bands.</a:t>
            </a:r>
          </a:p>
          <a:p>
            <a:pPr algn="l"/>
            <a:endParaRPr lang="en-US" altLang="zh-CN" sz="1800" b="0" i="0" u="none" strike="noStrike" baseline="0" dirty="0">
              <a:latin typeface="NimbusRomNo9L-Regu"/>
            </a:endParaRPr>
          </a:p>
          <a:p>
            <a:pPr algn="l"/>
            <a:r>
              <a:rPr lang="en-US" altLang="zh-CN" sz="1800" b="0" i="0" u="none" strike="noStrike" baseline="0" dirty="0">
                <a:latin typeface="NimbusRomNo9L-Regu"/>
              </a:rPr>
              <a:t>Then we store the detection voltage of the first band in the capacitor and compare with the second band.</a:t>
            </a:r>
          </a:p>
          <a:p>
            <a:pPr algn="l"/>
            <a:endParaRPr lang="en-US" altLang="zh-CN" b="0" dirty="0"/>
          </a:p>
          <a:p>
            <a:r>
              <a:rPr lang="en-US" altLang="zh-CN" b="0" dirty="0"/>
              <a:t>Thus, we can get the comparison result of the strength of the two bands.</a:t>
            </a:r>
          </a:p>
          <a:p>
            <a:endParaRPr lang="en-US" altLang="zh-CN" b="0" dirty="0">
              <a:effectLst/>
            </a:endParaRPr>
          </a:p>
          <a:p>
            <a:r>
              <a:rPr lang="en-US" altLang="zh-CN" dirty="0">
                <a:effectLst/>
              </a:rPr>
              <a:t>Using pairwise comparison, we can select the band with the strongest signal.</a:t>
            </a:r>
          </a:p>
          <a:p>
            <a:br>
              <a:rPr lang="en-US" altLang="zh-CN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8B2F9-3D6B-4F14-8301-1D31A2BD98E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5632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 second challenge is the broad-band reflection</a:t>
            </a:r>
            <a:r>
              <a:rPr lang="en-US" altLang="zh-CN" sz="1200" b="0" i="0" u="none" strike="noStrike" baseline="0" dirty="0">
                <a:latin typeface="NimbusRomNo9L-Regu"/>
              </a:rPr>
              <a:t>.  The traditional backscatter reflects the signals across the whole band.</a:t>
            </a:r>
          </a:p>
          <a:p>
            <a:endParaRPr lang="en-US" altLang="zh-CN" sz="1200" b="0" i="0" u="none" strike="noStrike" baseline="0" dirty="0">
              <a:latin typeface="NimbusRomNo9L-Regu"/>
            </a:endParaRPr>
          </a:p>
          <a:p>
            <a:r>
              <a:rPr lang="en-US" altLang="zh-CN" sz="1200" b="0" i="0" u="none" strike="noStrike" baseline="0" dirty="0">
                <a:latin typeface="NimbusRomNo9L-Regu"/>
              </a:rPr>
              <a:t>As we leverage the frequency domain to avoid interference, how to achieve frequency-selective backscatter is still a missing piece in the state of the art.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8B2F9-3D6B-4F14-8301-1D31A2BD98E8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91276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We consider achieving the frequency-selective backscatter by applying distinct RF operations to signals in different frequency bands. Specifically, we leverage the reflection feature of the comb-line filter here.</a:t>
            </a:r>
          </a:p>
          <a:p>
            <a:endParaRPr lang="en-US" altLang="zh-CN" dirty="0"/>
          </a:p>
          <a:p>
            <a:r>
              <a:rPr lang="en-US" altLang="zh-CN" dirty="0"/>
              <a:t>For the signals out of the filter’s passband, the RF operation is to reflect them directly before the filter, and the reflection signals remain unmodulated.</a:t>
            </a:r>
          </a:p>
          <a:p>
            <a:endParaRPr lang="en-US" altLang="zh-CN" dirty="0"/>
          </a:p>
          <a:p>
            <a:r>
              <a:rPr lang="en-US" altLang="zh-CN" dirty="0"/>
              <a:t>As for the signals in the filter’s passband, they can pass the filter and reach the RF switch. So, the reflection signals can be modulated by the control signal.</a:t>
            </a:r>
          </a:p>
          <a:p>
            <a:endParaRPr lang="en-US" altLang="zh-CN" dirty="0"/>
          </a:p>
          <a:p>
            <a:r>
              <a:rPr lang="en-US" altLang="zh-CN" dirty="0"/>
              <a:t>Thus, we eventually generate backscattered signals in the specific passband.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8B2F9-3D6B-4F14-8301-1D31A2BD98E8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25577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 third challenge is the dynamic reflection power.</a:t>
            </a:r>
          </a:p>
          <a:p>
            <a:endParaRPr lang="en-US" altLang="zh-CN" dirty="0"/>
          </a:p>
          <a:p>
            <a:r>
              <a:rPr lang="en-US" altLang="zh-CN" dirty="0"/>
              <a:t>As we control the reflection strength to avoid interference in the space domain.</a:t>
            </a:r>
          </a:p>
          <a:p>
            <a:endParaRPr lang="en-US" altLang="zh-CN" dirty="0"/>
          </a:p>
          <a:p>
            <a:pPr algn="l"/>
            <a:r>
              <a:rPr lang="en-US" altLang="zh-CN" dirty="0"/>
              <a:t>How to </a:t>
            </a:r>
            <a:r>
              <a:rPr lang="en-US" altLang="zh-CN" sz="1800" b="0" i="0" u="none" strike="noStrike" baseline="0" dirty="0">
                <a:latin typeface="NimbusRomNo9L-Regu"/>
              </a:rPr>
              <a:t>ensure power controlling under the dynamic channel conditions remains a challenging issue.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8B2F9-3D6B-4F14-8301-1D31A2BD98E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44749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We develop a reflection power adjuster. </a:t>
            </a:r>
          </a:p>
          <a:p>
            <a:endParaRPr lang="en-US" altLang="zh-CN" dirty="0"/>
          </a:p>
          <a:p>
            <a:r>
              <a:rPr lang="en-US" altLang="zh-CN" dirty="0"/>
              <a:t>In the adjuster, we first detect the excessive excitation by comparing it with a threshold.</a:t>
            </a:r>
          </a:p>
          <a:p>
            <a:endParaRPr lang="en-US" altLang="zh-CN" dirty="0"/>
          </a:p>
          <a:p>
            <a:r>
              <a:rPr lang="en-US" altLang="zh-CN" dirty="0"/>
              <a:t>If the excitation is too strong, we choose the inductor and the series of inductor and resistor for weak reflection.</a:t>
            </a:r>
          </a:p>
          <a:p>
            <a:endParaRPr lang="en-US" altLang="zh-CN" dirty="0"/>
          </a:p>
          <a:p>
            <a:r>
              <a:rPr lang="en-US" altLang="zh-CN" dirty="0"/>
              <a:t>Or the tag will choose the capacitor and the inductor for strong reflection.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8B2F9-3D6B-4F14-8301-1D31A2BD98E8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57627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We build a prototype of our design on PCB.</a:t>
            </a:r>
          </a:p>
          <a:p>
            <a:endParaRPr lang="en-US" altLang="zh-CN" dirty="0"/>
          </a:p>
          <a:p>
            <a:r>
              <a:rPr lang="en-US" altLang="zh-CN" dirty="0"/>
              <a:t>We evaluate the power consumption. Our PCB prototype consumes 30 milliwatts and the ASIC simulation reports 16 microwatts.</a:t>
            </a:r>
          </a:p>
          <a:p>
            <a:endParaRPr lang="en-US" altLang="zh-CN" dirty="0"/>
          </a:p>
          <a:p>
            <a:r>
              <a:rPr lang="en-US" altLang="zh-CN" dirty="0"/>
              <a:t>Then we deploy a 4 reader with 7 tags network in a corridor. </a:t>
            </a:r>
          </a:p>
          <a:p>
            <a:endParaRPr lang="en-US" altLang="zh-CN" dirty="0"/>
          </a:p>
          <a:p>
            <a:r>
              <a:rPr lang="en-US" altLang="zh-CN" dirty="0"/>
              <a:t>We evaluate our network and compare its throughput with the TDMA network’s.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8B2F9-3D6B-4F14-8301-1D31A2BD98E8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75844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We first compare the performance of Trident and the TDMA network in different numbers of tags and reporting rates.</a:t>
            </a:r>
          </a:p>
          <a:p>
            <a:endParaRPr lang="en-US" altLang="zh-CN" dirty="0"/>
          </a:p>
          <a:p>
            <a:r>
              <a:rPr lang="en-US" altLang="zh-CN" sz="1800" b="0" i="0" u="none" strike="noStrike" baseline="0" dirty="0">
                <a:latin typeface="NimbusRomNo9L-Regu"/>
              </a:rPr>
              <a:t>Because readers do not need to operate intermittently, Trident’s throughput is 2.28 times to 3.18 times higher than the traditional TDMA network.</a:t>
            </a:r>
          </a:p>
          <a:p>
            <a:endParaRPr lang="en-US" altLang="zh-CN" sz="1800" b="0" i="0" u="none" strike="noStrike" baseline="0" dirty="0">
              <a:latin typeface="NimbusRomNo9L-Regu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8B2F9-3D6B-4F14-8301-1D31A2BD98E8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15104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We conduct some ablation study.</a:t>
            </a:r>
          </a:p>
          <a:p>
            <a:endParaRPr lang="en-US" altLang="zh-CN" dirty="0"/>
          </a:p>
          <a:p>
            <a:r>
              <a:rPr lang="en-US" altLang="zh-CN" dirty="0"/>
              <a:t>First, we evaluate the frequency selectivity of the reflector. </a:t>
            </a:r>
          </a:p>
          <a:p>
            <a:endParaRPr lang="en-US" altLang="zh-CN" dirty="0"/>
          </a:p>
          <a:p>
            <a:r>
              <a:rPr lang="en-US" altLang="zh-CN" dirty="0"/>
              <a:t>We manually set the operation and excite the tag with signals of different frequency.</a:t>
            </a:r>
          </a:p>
          <a:p>
            <a:endParaRPr lang="en-US" altLang="zh-CN" dirty="0"/>
          </a:p>
          <a:p>
            <a:r>
              <a:rPr lang="en-US" altLang="zh-CN" dirty="0"/>
              <a:t>We measure the strength of backscattered signal, and we find that the out-of-band suppression is more than 18 dB, which means good frequency selectivity.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8B2F9-3D6B-4F14-8301-1D31A2BD98E8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67889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Then we evaluate the accuracy of band selection.</a:t>
            </a:r>
          </a:p>
          <a:p>
            <a:endParaRPr lang="en-US" altLang="zh-CN" dirty="0"/>
          </a:p>
          <a:p>
            <a:r>
              <a:rPr lang="en-US" altLang="zh-CN" dirty="0"/>
              <a:t>We deploy 2 or 3 readers and deploy the tag randomly.</a:t>
            </a:r>
          </a:p>
          <a:p>
            <a:endParaRPr lang="en-US" altLang="zh-CN" dirty="0"/>
          </a:p>
          <a:p>
            <a:r>
              <a:rPr lang="en-US" altLang="zh-CN" dirty="0"/>
              <a:t>We measure the RSSI of different bands at the tag’s position and compare the tag’s selection result with the RSSI measurement result.</a:t>
            </a:r>
          </a:p>
          <a:p>
            <a:endParaRPr lang="en-US" altLang="zh-CN" dirty="0"/>
          </a:p>
          <a:p>
            <a:pPr algn="l"/>
            <a:r>
              <a:rPr lang="en-US" altLang="zh-CN" sz="1800" b="0" i="0" u="none" strike="noStrike" baseline="0" dirty="0">
                <a:latin typeface="NimbusRomNo9L-Regu"/>
              </a:rPr>
              <a:t>The result shows that the accuracy of band selection achieves 95.08%.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8B2F9-3D6B-4F14-8301-1D31A2BD98E8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48524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Last, we evaluate the throughput increment by adjusting power. </a:t>
            </a:r>
          </a:p>
          <a:p>
            <a:endParaRPr lang="en-US" altLang="zh-CN" dirty="0"/>
          </a:p>
          <a:p>
            <a:r>
              <a:rPr lang="en-US" altLang="zh-CN" dirty="0"/>
              <a:t>We find that if the adjustment is disabled, the throughput of interfered tag decrease quickly, as the interfering tag being closer to its reader.</a:t>
            </a:r>
          </a:p>
          <a:p>
            <a:endParaRPr lang="en-US" altLang="zh-CN" dirty="0"/>
          </a:p>
          <a:p>
            <a:r>
              <a:rPr lang="en-US" altLang="zh-CN" dirty="0"/>
              <a:t>If the adjustment is enabled, the throughput of interfered tag is relatively high, and the loss of interfering tag’s throughput is negligible.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8B2F9-3D6B-4F14-8301-1D31A2BD98E8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51903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We propose Trident, a novel backscatter tag design which avoids interference via frequency and space division</a:t>
            </a:r>
          </a:p>
          <a:p>
            <a:endParaRPr lang="en-US" altLang="zh-CN" dirty="0"/>
          </a:p>
          <a:p>
            <a:r>
              <a:rPr lang="en-US" altLang="zh-CN" dirty="0"/>
              <a:t>The key innovation of Trident is enabling the direct RF signal process on the tag, achieving signal extraction and frequency selective reflection.</a:t>
            </a:r>
          </a:p>
          <a:p>
            <a:endParaRPr lang="en-US" altLang="zh-CN" dirty="0"/>
          </a:p>
          <a:p>
            <a:r>
              <a:rPr lang="en-US" altLang="zh-CN" dirty="0"/>
              <a:t>And Trident can improve the performance several times compared to the TDMA-based methods.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8B2F9-3D6B-4F14-8301-1D31A2BD98E8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09652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Thanks for your listening.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And please refer to the paper and visit our website for more details.</a:t>
            </a: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59BF3A-664C-479E-8502-925B1B70ACA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63051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8B2F9-3D6B-4F14-8301-1D31A2BD98E8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56229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For the first challenge, it’s hard to select strongest band with limit power budget.</a:t>
            </a:r>
          </a:p>
          <a:p>
            <a:endParaRPr lang="en-US" altLang="zh-CN" dirty="0"/>
          </a:p>
          <a:p>
            <a:r>
              <a:rPr lang="en-US" altLang="zh-CN" dirty="0"/>
              <a:t>So, we wonder if we can divide the excitation into different frequency component with a passive filter.</a:t>
            </a:r>
          </a:p>
          <a:p>
            <a:endParaRPr lang="en-US" altLang="zh-CN" dirty="0"/>
          </a:p>
          <a:p>
            <a:r>
              <a:rPr lang="en-US" altLang="zh-CN" dirty="0"/>
              <a:t>And compare the strength of these different component to select the strongest band.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8B2F9-3D6B-4F14-8301-1D31A2BD98E8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52165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 second challenge is broad-band reflection.</a:t>
            </a:r>
          </a:p>
          <a:p>
            <a:endParaRPr lang="en-US" altLang="zh-CN" dirty="0"/>
          </a:p>
          <a:p>
            <a:r>
              <a:rPr lang="en-US" altLang="zh-CN" dirty="0"/>
              <a:t>As the tag’s antenna and RF-switch is wideband components and respond to the whole frequency band.</a:t>
            </a:r>
          </a:p>
          <a:p>
            <a:endParaRPr lang="en-US" altLang="zh-CN" dirty="0"/>
          </a:p>
          <a:p>
            <a:r>
              <a:rPr lang="en-US" altLang="zh-CN" dirty="0"/>
              <a:t>We consider add a frequency selective component, such as a filter, in the reflection RF chains.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8B2F9-3D6B-4F14-8301-1D31A2BD98E8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929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 third challenge is the dynamic reflection power.</a:t>
            </a:r>
          </a:p>
          <a:p>
            <a:endParaRPr lang="en-US" altLang="zh-CN" dirty="0"/>
          </a:p>
          <a:p>
            <a:r>
              <a:rPr lang="en-US" altLang="zh-CN" dirty="0"/>
              <a:t>As the wireless channel is uncertain, the tag might receive excessive excitation and generate too strong reflection.</a:t>
            </a:r>
          </a:p>
          <a:p>
            <a:endParaRPr lang="en-US" altLang="zh-CN" dirty="0"/>
          </a:p>
          <a:p>
            <a:r>
              <a:rPr lang="en-US" altLang="zh-CN" dirty="0"/>
              <a:t>This will cause interference to remote reader operating in the same band.</a:t>
            </a:r>
          </a:p>
          <a:p>
            <a:endParaRPr lang="en-US" altLang="zh-CN" dirty="0"/>
          </a:p>
          <a:p>
            <a:r>
              <a:rPr lang="en-US" altLang="zh-CN" dirty="0"/>
              <a:t>So, we should finely control the reflection power.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8B2F9-3D6B-4F14-8301-1D31A2BD98E8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12518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To generate reflection signals only in a specific frequency band, we consider carefully applying different operations to the RF signals in different bands.</a:t>
            </a:r>
          </a:p>
          <a:p>
            <a:pPr algn="l"/>
            <a:endParaRPr lang="en-US" altLang="zh-CN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l"/>
            <a:r>
              <a:rPr lang="en-US" altLang="zh-CN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We modulate the reflection signal only in one band and keep others unmodulated.</a:t>
            </a:r>
          </a:p>
          <a:p>
            <a:pPr algn="l"/>
            <a:endParaRPr lang="en-US" altLang="zh-CN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l"/>
            <a:r>
              <a:rPr lang="en-US" altLang="zh-CN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Those unmodulated reflections are treated as static reflections in the environment and will be eliminated. </a:t>
            </a:r>
          </a:p>
          <a:p>
            <a:pPr algn="l"/>
            <a:endParaRPr lang="en-US" altLang="zh-CN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algn="l"/>
            <a:r>
              <a:rPr lang="en-US" altLang="zh-CN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In this way, the tag bypasses the excitation signals in other bands, and backscatters only in the desired frequency band.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8B2F9-3D6B-4F14-8301-1D31A2BD98E8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13294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We consider achieving the frequency-selective reflection by applying distinct RF operations to signals in different frequency bands. Specifically, we leverage the reflection feature of the comb-line filter here.</a:t>
            </a:r>
          </a:p>
          <a:p>
            <a:endParaRPr lang="en-US" altLang="zh-CN" dirty="0"/>
          </a:p>
          <a:p>
            <a:r>
              <a:rPr lang="en-US" altLang="zh-CN" dirty="0"/>
              <a:t>For the signals out of the filter’s passband, the RF operation is to reflect them directly before the filter, and the reflection signals remain unmodulated.</a:t>
            </a:r>
          </a:p>
          <a:p>
            <a:endParaRPr lang="en-US" altLang="zh-CN" dirty="0"/>
          </a:p>
          <a:p>
            <a:r>
              <a:rPr lang="en-US" altLang="zh-CN" dirty="0"/>
              <a:t>For the signals in the filter’s passband, they can pass the filter and reach the RF switch. So, the reflection signals can be modulated by the control signal.</a:t>
            </a:r>
          </a:p>
          <a:p>
            <a:endParaRPr lang="en-US" altLang="zh-CN" dirty="0"/>
          </a:p>
          <a:p>
            <a:r>
              <a:rPr lang="en-US" altLang="zh-CN" dirty="0"/>
              <a:t>Thus, we eventually generate backscattered signals in the specific passband.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8B2F9-3D6B-4F14-8301-1D31A2BD98E8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2821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981113-C283-4C71-A7D1-B16FF35A01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baseline="0">
                <a:latin typeface="Georgia" panose="02040502050405020303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DA6B314-65F9-478E-AE3A-9BAE264C10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0" baseline="0">
                <a:latin typeface="Georgia" panose="02040502050405020303" pitchFamily="18" charset="0"/>
                <a:ea typeface="黑体" panose="02010609060101010101" pitchFamily="49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BA05D5-FFC1-486E-B7F7-8DDBDE5022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Georgia" panose="02040502050405020303" pitchFamily="18" charset="0"/>
                <a:ea typeface="黑体" panose="02010609060101010101" pitchFamily="49" charset="-122"/>
              </a:defRPr>
            </a:lvl1pPr>
          </a:lstStyle>
          <a:p>
            <a:fld id="{CBE50096-5CCC-4CBD-ABAA-334FDC074E0A}" type="datetime1">
              <a:rPr lang="zh-CN" altLang="en-US" smtClean="0"/>
              <a:pPr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93FCA6-B5C0-4EC6-A971-86942CFF0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latin typeface="Georgia" panose="02040502050405020303" pitchFamily="18" charset="0"/>
                <a:ea typeface="黑体" panose="02010609060101010101" pitchFamily="49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C95BC9-6A95-4058-A12A-9B91EA6C6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latin typeface="Georgia" panose="02040502050405020303" pitchFamily="18" charset="0"/>
                <a:ea typeface="黑体" panose="02010609060101010101" pitchFamily="49" charset="-122"/>
              </a:defRPr>
            </a:lvl1pPr>
          </a:lstStyle>
          <a:p>
            <a:fld id="{0E49DF86-A253-4663-A432-3B42799C675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2922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FC94B8-1E89-47F0-A1CF-8BDFC42F0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125" y="0"/>
            <a:ext cx="10515600" cy="900979"/>
          </a:xfrm>
        </p:spPr>
        <p:txBody>
          <a:bodyPr>
            <a:normAutofit/>
          </a:bodyPr>
          <a:lstStyle>
            <a:lvl1pPr>
              <a:defRPr sz="3600" b="1" baseline="0">
                <a:solidFill>
                  <a:schemeClr val="tx1"/>
                </a:solidFill>
                <a:latin typeface="Georgia" panose="02040502050405020303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1B6270-3A37-470B-9B4D-9DB483397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125" y="1202170"/>
            <a:ext cx="11458698" cy="5085813"/>
          </a:xfrm>
        </p:spPr>
        <p:txBody>
          <a:bodyPr/>
          <a:lstStyle>
            <a:lvl1pPr>
              <a:defRPr baseline="0">
                <a:latin typeface="Georgia" panose="02040502050405020303" pitchFamily="18" charset="0"/>
                <a:ea typeface="黑体" panose="02010609060101010101" pitchFamily="49" charset="-122"/>
              </a:defRPr>
            </a:lvl1pPr>
            <a:lvl2pPr>
              <a:defRPr baseline="0">
                <a:latin typeface="Georgia" panose="02040502050405020303" pitchFamily="18" charset="0"/>
                <a:ea typeface="黑体" panose="02010609060101010101" pitchFamily="49" charset="-122"/>
              </a:defRPr>
            </a:lvl2pPr>
            <a:lvl3pPr>
              <a:defRPr baseline="0">
                <a:latin typeface="Georgia" panose="02040502050405020303" pitchFamily="18" charset="0"/>
                <a:ea typeface="黑体" panose="02010609060101010101" pitchFamily="49" charset="-122"/>
              </a:defRPr>
            </a:lvl3pPr>
            <a:lvl4pPr>
              <a:defRPr baseline="0">
                <a:latin typeface="Georgia" panose="02040502050405020303" pitchFamily="18" charset="0"/>
                <a:ea typeface="黑体" panose="02010609060101010101" pitchFamily="49" charset="-122"/>
              </a:defRPr>
            </a:lvl4pPr>
            <a:lvl5pPr>
              <a:defRPr baseline="0">
                <a:latin typeface="Georgia" panose="02040502050405020303" pitchFamily="18" charset="0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88EE58-27C5-42F0-9A8E-8F5749C2AD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A16B2-8F78-490E-8A4B-BCB27328E075}" type="datetime1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A1A1FB-30C8-4CEC-ABED-B90544A99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ADD46B-C85A-462E-B685-598B9ED28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9DF86-A253-4663-A432-3B42799C675D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ED4A35F-A330-4969-853E-2A5C3D3E810E}"/>
              </a:ext>
            </a:extLst>
          </p:cNvPr>
          <p:cNvCxnSpPr>
            <a:cxnSpLocks/>
          </p:cNvCxnSpPr>
          <p:nvPr userDrawn="1"/>
        </p:nvCxnSpPr>
        <p:spPr>
          <a:xfrm>
            <a:off x="0" y="711202"/>
            <a:ext cx="12192000" cy="0"/>
          </a:xfrm>
          <a:prstGeom prst="line">
            <a:avLst/>
          </a:prstGeom>
          <a:ln w="28575">
            <a:solidFill>
              <a:schemeClr val="tx1">
                <a:alpha val="5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2586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68AF1D-2716-BCC7-EF0C-BB03BCFC9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F1259D-519A-16D1-C79A-743444762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7B128C-8630-D5BF-1215-8CFF99C22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B1599-7E24-4771-9CB7-830D200C5286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D68A12-1CE5-D9D3-3A7F-CFFD058FA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9027B3-AFAD-0FD1-FDA0-4FFE3E739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B3BEB-B84E-4652-8CD8-70591B2C61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6006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7BBCD6-309E-1534-59B5-CDDF9A421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677CB1-899E-737C-DAA1-DF0CF835E5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14705A7-F85F-61EE-8B62-557089D39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26C5F6-A5FF-C4C0-4121-1CF9F49AC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B1599-7E24-4771-9CB7-830D200C5286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C6B3BB-830B-B387-9884-01566D28C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AECD06-A08A-10D3-632E-0C3ABD45B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B3BEB-B84E-4652-8CD8-70591B2C61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485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19755E-0515-57E2-0569-981B6A529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4CA2EF-7787-C6AF-76EB-0E5B862C0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C660CBD-66F8-87A9-FBA1-1FB5978ECF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4B4D1E9-AF36-AC85-3873-15918F96EE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7077C9D-2AED-09B5-7C7E-1068A13884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64AD2E6-B09D-537E-857A-1886F9DC2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B1599-7E24-4771-9CB7-830D200C5286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4E8734D-3E09-029C-9BF4-45DFF1358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53B4ED1-353C-C01C-04C1-5017A30BE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B3BEB-B84E-4652-8CD8-70591B2C61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0397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226E2C-1754-B19B-D9A5-B77227BC0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C3A8C40-D309-2927-2311-54C4CD144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B1599-7E24-4771-9CB7-830D200C5286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06AC011-ECE9-11FC-5174-3F17FCEB0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557713E-90F8-0925-5B05-B9B5ED5CB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B3BEB-B84E-4652-8CD8-70591B2C61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7611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7AA13CE-EF06-EB79-212C-9E3CB48EE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B1599-7E24-4771-9CB7-830D200C5286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3701D3D-CAD0-D456-84AF-6B2331DEB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241199-57BE-CA0B-6063-908EACC44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B3BEB-B84E-4652-8CD8-70591B2C61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6371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6AD6A1-7DCB-FBB4-AFD8-DCB9E521E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8C47EE-9A14-DDB6-C4A4-76314870E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E0433D-6A4C-8C45-30A7-D653358C71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5569F1-4A8C-D047-E011-BFD15F208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B1599-7E24-4771-9CB7-830D200C5286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713912-8FA4-4E00-61CB-322771A2E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1F9AD3-F34C-7B61-0A36-50B90A267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B3BEB-B84E-4652-8CD8-70591B2C61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6317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EB955A-1503-BFE8-D51D-56B05D442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2886488-16C2-2BAD-6831-9E86E40714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59FF68B-E40D-F3E7-5B1A-AEFD021919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AA9D1B-8927-8B14-97B4-975995ABE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B1599-7E24-4771-9CB7-830D200C5286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EEEED5-E8BA-C464-1285-161248604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82C75D-59A3-DE6F-2B64-CC3872ADD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B3BEB-B84E-4652-8CD8-70591B2C61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7779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4D4E2B-5EB9-A486-2671-9F49648DF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C75CD77-9540-ADE2-9A33-40DE6F71F5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930367-7DE6-B45E-3F30-B48A8BA9D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B1599-7E24-4771-9CB7-830D200C5286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89EBFA-77DB-C935-A89F-34CCE0DF3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25AE20-2FF5-20B7-90AE-A86BD90B2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B3BEB-B84E-4652-8CD8-70591B2C61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717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DC38CA3-D66F-3813-543E-5565125046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87D1564-05E7-6504-965A-325BB72664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3C3404-E126-1CCB-7AAA-447519666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B1599-7E24-4771-9CB7-830D200C5286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BBDB40-AAC0-FF02-3F15-CBA584FC3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4C87D2-E63B-F76C-45F7-36764D211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B3BEB-B84E-4652-8CD8-70591B2C61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1707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7F5A7B4-A36D-F9DB-A54F-8DD12DEF9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538255-8808-C904-FE0E-87F060DB0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3D43CD-045E-0EEF-FF0F-5B9FFB3386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1B1599-7E24-4771-9CB7-830D200C5286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960513-4E5F-53C4-A274-5F606DC65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E6748B-D2AD-01A5-E61E-C9DC0211E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4B3BEB-B84E-4652-8CD8-70591B2C61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00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3.jp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gif"/><Relationship Id="rId4" Type="http://schemas.openxmlformats.org/officeDocument/2006/relationships/image" Target="../media/image13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image" Target="../media/image22.png"/><Relationship Id="rId7" Type="http://schemas.openxmlformats.org/officeDocument/2006/relationships/oleObject" Target="../embeddings/oleObject2.bin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wmf"/><Relationship Id="rId11" Type="http://schemas.openxmlformats.org/officeDocument/2006/relationships/image" Target="../media/image27.pn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26.png"/><Relationship Id="rId4" Type="http://schemas.openxmlformats.org/officeDocument/2006/relationships/image" Target="../media/image3.jpg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3.jp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2.png"/><Relationship Id="rId4" Type="http://schemas.openxmlformats.org/officeDocument/2006/relationships/image" Target="../media/image29.png"/><Relationship Id="rId9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0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51.w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50.png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.jp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3F3E5CC-5509-52A5-8AF9-AC9D53DF1468}"/>
              </a:ext>
            </a:extLst>
          </p:cNvPr>
          <p:cNvSpPr txBox="1"/>
          <p:nvPr/>
        </p:nvSpPr>
        <p:spPr>
          <a:xfrm>
            <a:off x="510206" y="1403969"/>
            <a:ext cx="111715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66087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Trident</a:t>
            </a:r>
            <a:r>
              <a:rPr lang="en-US" altLang="zh-CN" sz="3200" b="1" dirty="0"/>
              <a:t>: Interference Avoidance in Multi-reader Backscatter Network via Frequency-space Division </a:t>
            </a:r>
            <a:r>
              <a:rPr lang="en-US" altLang="zh-CN" sz="3200" b="1" dirty="0">
                <a:solidFill>
                  <a:srgbClr val="660874"/>
                </a:solidFill>
              </a:rPr>
              <a:t> </a:t>
            </a:r>
            <a:endParaRPr lang="zh-CN" altLang="en-US" sz="3200" b="1" dirty="0">
              <a:solidFill>
                <a:srgbClr val="660874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4B101FE-4692-A7E7-C488-21B4A9612E6A}"/>
              </a:ext>
            </a:extLst>
          </p:cNvPr>
          <p:cNvSpPr txBox="1"/>
          <p:nvPr/>
        </p:nvSpPr>
        <p:spPr>
          <a:xfrm>
            <a:off x="874642" y="3052393"/>
            <a:ext cx="10442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/>
              <a:t>Yang Zou, </a:t>
            </a:r>
            <a:r>
              <a:rPr lang="en-US" altLang="zh-CN" sz="2400" dirty="0"/>
              <a:t>Xin Na, Xiuzhen Guo, Yimiao Sun,  Yuan He*</a:t>
            </a:r>
            <a:r>
              <a:rPr lang="en-US" altLang="zh-CN" sz="2400" b="1" dirty="0"/>
              <a:t>  </a:t>
            </a:r>
            <a:endParaRPr lang="zh-CN" altLang="en-US" sz="2400" b="1" dirty="0"/>
          </a:p>
        </p:txBody>
      </p:sp>
      <p:pic>
        <p:nvPicPr>
          <p:cNvPr id="6" name="Picture 6" descr="Tsinghua University">
            <a:extLst>
              <a:ext uri="{FF2B5EF4-FFF2-40B4-BE49-F238E27FC236}">
                <a16:creationId xmlns:a16="http://schemas.microsoft.com/office/drawing/2014/main" id="{4733B2F5-4F0F-4AC0-BABC-6E1BF6313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6441" y="4890294"/>
            <a:ext cx="2659118" cy="925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8B768F8-44DA-7174-3A0D-35B11D3DBB92}"/>
              </a:ext>
            </a:extLst>
          </p:cNvPr>
          <p:cNvSpPr/>
          <p:nvPr/>
        </p:nvSpPr>
        <p:spPr>
          <a:xfrm>
            <a:off x="951682" y="4085264"/>
            <a:ext cx="102886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Georgia" panose="02040502050405020303" pitchFamily="18" charset="0"/>
                <a:ea typeface="等线" panose="02010600030101010101" pitchFamily="2" charset="-122"/>
                <a:cs typeface="+mn-cs"/>
              </a:rPr>
              <a:t>School of Software and BNRist, Tsinghua University</a:t>
            </a:r>
          </a:p>
        </p:txBody>
      </p:sp>
    </p:spTree>
    <p:extLst>
      <p:ext uri="{BB962C8B-B14F-4D97-AF65-F5344CB8AC3E}">
        <p14:creationId xmlns:p14="http://schemas.microsoft.com/office/powerpoint/2010/main" val="1440543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47F6960-2B37-3E41-4830-4CC649089A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"/>
          <a:stretch/>
        </p:blipFill>
        <p:spPr bwMode="auto">
          <a:xfrm>
            <a:off x="1588" y="10004"/>
            <a:ext cx="12190412" cy="6837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2B26CA75-EA62-7CDA-0E0C-19EC9A7D76F9}"/>
              </a:ext>
            </a:extLst>
          </p:cNvPr>
          <p:cNvSpPr/>
          <p:nvPr/>
        </p:nvSpPr>
        <p:spPr>
          <a:xfrm>
            <a:off x="-1588" y="0"/>
            <a:ext cx="12192000" cy="6858000"/>
          </a:xfrm>
          <a:prstGeom prst="rect">
            <a:avLst/>
          </a:prstGeom>
          <a:solidFill>
            <a:srgbClr val="7F7F7F">
              <a:alpha val="69804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B2294DC-7258-EEA6-F959-5977B16EB6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89" y="109971"/>
            <a:ext cx="681036" cy="681036"/>
          </a:xfrm>
          <a:prstGeom prst="rect">
            <a:avLst/>
          </a:prstGeom>
        </p:spPr>
      </p:pic>
      <p:sp>
        <p:nvSpPr>
          <p:cNvPr id="5" name="弧形 3">
            <a:extLst>
              <a:ext uri="{FF2B5EF4-FFF2-40B4-BE49-F238E27FC236}">
                <a16:creationId xmlns:a16="http://schemas.microsoft.com/office/drawing/2014/main" id="{5B52021B-898B-9E4A-F2A1-CF1D76ECFAF4}"/>
              </a:ext>
            </a:extLst>
          </p:cNvPr>
          <p:cNvSpPr>
            <a:spLocks noChangeAspect="1"/>
          </p:cNvSpPr>
          <p:nvPr/>
        </p:nvSpPr>
        <p:spPr>
          <a:xfrm rot="9344732">
            <a:off x="1502346" y="927303"/>
            <a:ext cx="1244804" cy="1244804"/>
          </a:xfrm>
          <a:prstGeom prst="arc">
            <a:avLst/>
          </a:prstGeom>
          <a:noFill/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弧形 4">
            <a:extLst>
              <a:ext uri="{FF2B5EF4-FFF2-40B4-BE49-F238E27FC236}">
                <a16:creationId xmlns:a16="http://schemas.microsoft.com/office/drawing/2014/main" id="{F4F7E9BA-426E-C4B3-20D9-80061B1A8677}"/>
              </a:ext>
            </a:extLst>
          </p:cNvPr>
          <p:cNvSpPr>
            <a:spLocks noChangeAspect="1"/>
          </p:cNvSpPr>
          <p:nvPr/>
        </p:nvSpPr>
        <p:spPr>
          <a:xfrm rot="9344732">
            <a:off x="1871500" y="1275977"/>
            <a:ext cx="622403" cy="622403"/>
          </a:xfrm>
          <a:prstGeom prst="arc">
            <a:avLst/>
          </a:prstGeom>
          <a:noFill/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E1BC08C-9B97-B3E6-73FB-C750B463D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FFFFFF"/>
                </a:solidFill>
              </a:rPr>
              <a:t>Dense reader deployment</a:t>
            </a:r>
            <a:endParaRPr lang="zh-CN" altLang="en-US" dirty="0">
              <a:solidFill>
                <a:srgbClr val="FFFFFF"/>
              </a:solidFill>
            </a:endParaRPr>
          </a:p>
        </p:txBody>
      </p:sp>
      <p:sp>
        <p:nvSpPr>
          <p:cNvPr id="7" name="弧形 7">
            <a:extLst>
              <a:ext uri="{FF2B5EF4-FFF2-40B4-BE49-F238E27FC236}">
                <a16:creationId xmlns:a16="http://schemas.microsoft.com/office/drawing/2014/main" id="{7B60B2AB-3310-470B-9CBB-1AF10A05D6D2}"/>
              </a:ext>
            </a:extLst>
          </p:cNvPr>
          <p:cNvSpPr>
            <a:spLocks noChangeAspect="1"/>
          </p:cNvSpPr>
          <p:nvPr/>
        </p:nvSpPr>
        <p:spPr>
          <a:xfrm rot="9344732">
            <a:off x="1686923" y="1108158"/>
            <a:ext cx="933603" cy="933603"/>
          </a:xfrm>
          <a:prstGeom prst="arc">
            <a:avLst/>
          </a:prstGeom>
          <a:noFill/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424790A-6C13-DA09-198E-80128EEE53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2641" y="3890611"/>
            <a:ext cx="733856" cy="733856"/>
          </a:xfrm>
          <a:prstGeom prst="rect">
            <a:avLst/>
          </a:prstGeom>
        </p:spPr>
      </p:pic>
      <p:sp>
        <p:nvSpPr>
          <p:cNvPr id="10" name="弧形 3">
            <a:extLst>
              <a:ext uri="{FF2B5EF4-FFF2-40B4-BE49-F238E27FC236}">
                <a16:creationId xmlns:a16="http://schemas.microsoft.com/office/drawing/2014/main" id="{D130A36E-EE46-53C3-9B69-FA4F0329B6B4}"/>
              </a:ext>
            </a:extLst>
          </p:cNvPr>
          <p:cNvSpPr>
            <a:spLocks noChangeAspect="1"/>
          </p:cNvSpPr>
          <p:nvPr/>
        </p:nvSpPr>
        <p:spPr>
          <a:xfrm rot="9900000">
            <a:off x="5655665" y="1504159"/>
            <a:ext cx="1244804" cy="1244804"/>
          </a:xfrm>
          <a:prstGeom prst="arc">
            <a:avLst/>
          </a:prstGeom>
          <a:noFill/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弧形 4">
            <a:extLst>
              <a:ext uri="{FF2B5EF4-FFF2-40B4-BE49-F238E27FC236}">
                <a16:creationId xmlns:a16="http://schemas.microsoft.com/office/drawing/2014/main" id="{08653475-1C11-C85F-6F21-E1D77A622892}"/>
              </a:ext>
            </a:extLst>
          </p:cNvPr>
          <p:cNvSpPr>
            <a:spLocks noChangeAspect="1"/>
          </p:cNvSpPr>
          <p:nvPr/>
        </p:nvSpPr>
        <p:spPr>
          <a:xfrm rot="9900000">
            <a:off x="6024819" y="1852833"/>
            <a:ext cx="622403" cy="622403"/>
          </a:xfrm>
          <a:prstGeom prst="arc">
            <a:avLst/>
          </a:prstGeom>
          <a:noFill/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弧形 7">
            <a:extLst>
              <a:ext uri="{FF2B5EF4-FFF2-40B4-BE49-F238E27FC236}">
                <a16:creationId xmlns:a16="http://schemas.microsoft.com/office/drawing/2014/main" id="{1C4F9D19-A04E-41D3-9319-8A506F80A695}"/>
              </a:ext>
            </a:extLst>
          </p:cNvPr>
          <p:cNvSpPr>
            <a:spLocks noChangeAspect="1"/>
          </p:cNvSpPr>
          <p:nvPr/>
        </p:nvSpPr>
        <p:spPr>
          <a:xfrm rot="9900000">
            <a:off x="5840242" y="1685014"/>
            <a:ext cx="933603" cy="933603"/>
          </a:xfrm>
          <a:prstGeom prst="arc">
            <a:avLst/>
          </a:prstGeom>
          <a:noFill/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弧形 3">
            <a:extLst>
              <a:ext uri="{FF2B5EF4-FFF2-40B4-BE49-F238E27FC236}">
                <a16:creationId xmlns:a16="http://schemas.microsoft.com/office/drawing/2014/main" id="{5C06ED48-26DD-CD5D-8933-C34DCCBA9B8D}"/>
              </a:ext>
            </a:extLst>
          </p:cNvPr>
          <p:cNvSpPr>
            <a:spLocks noChangeAspect="1"/>
          </p:cNvSpPr>
          <p:nvPr/>
        </p:nvSpPr>
        <p:spPr>
          <a:xfrm rot="14400000">
            <a:off x="7848738" y="3533240"/>
            <a:ext cx="1244804" cy="1244804"/>
          </a:xfrm>
          <a:prstGeom prst="arc">
            <a:avLst/>
          </a:prstGeom>
          <a:noFill/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弧形 4">
            <a:extLst>
              <a:ext uri="{FF2B5EF4-FFF2-40B4-BE49-F238E27FC236}">
                <a16:creationId xmlns:a16="http://schemas.microsoft.com/office/drawing/2014/main" id="{1894C097-3A53-DAE4-78DB-D78A6C2DE428}"/>
              </a:ext>
            </a:extLst>
          </p:cNvPr>
          <p:cNvSpPr>
            <a:spLocks noChangeAspect="1"/>
          </p:cNvSpPr>
          <p:nvPr/>
        </p:nvSpPr>
        <p:spPr>
          <a:xfrm rot="14400000">
            <a:off x="8217892" y="3881914"/>
            <a:ext cx="622403" cy="622403"/>
          </a:xfrm>
          <a:prstGeom prst="arc">
            <a:avLst/>
          </a:prstGeom>
          <a:noFill/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弧形 7">
            <a:extLst>
              <a:ext uri="{FF2B5EF4-FFF2-40B4-BE49-F238E27FC236}">
                <a16:creationId xmlns:a16="http://schemas.microsoft.com/office/drawing/2014/main" id="{65F0D228-B0DE-ADFC-AFDE-9FA2156A74F7}"/>
              </a:ext>
            </a:extLst>
          </p:cNvPr>
          <p:cNvSpPr>
            <a:spLocks noChangeAspect="1"/>
          </p:cNvSpPr>
          <p:nvPr/>
        </p:nvSpPr>
        <p:spPr>
          <a:xfrm rot="14400000">
            <a:off x="8033315" y="3714095"/>
            <a:ext cx="933603" cy="933603"/>
          </a:xfrm>
          <a:prstGeom prst="arc">
            <a:avLst/>
          </a:prstGeom>
          <a:noFill/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弧形 3">
            <a:extLst>
              <a:ext uri="{FF2B5EF4-FFF2-40B4-BE49-F238E27FC236}">
                <a16:creationId xmlns:a16="http://schemas.microsoft.com/office/drawing/2014/main" id="{4907046F-9BA1-7910-59CA-43099F79CEFF}"/>
              </a:ext>
            </a:extLst>
          </p:cNvPr>
          <p:cNvSpPr>
            <a:spLocks noChangeAspect="1"/>
          </p:cNvSpPr>
          <p:nvPr/>
        </p:nvSpPr>
        <p:spPr>
          <a:xfrm rot="20700000">
            <a:off x="8331800" y="3433875"/>
            <a:ext cx="1244804" cy="1244804"/>
          </a:xfrm>
          <a:prstGeom prst="arc">
            <a:avLst/>
          </a:prstGeom>
          <a:noFill/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弧形 4">
            <a:extLst>
              <a:ext uri="{FF2B5EF4-FFF2-40B4-BE49-F238E27FC236}">
                <a16:creationId xmlns:a16="http://schemas.microsoft.com/office/drawing/2014/main" id="{301E6D57-8362-7190-403D-1ADFDC0897EF}"/>
              </a:ext>
            </a:extLst>
          </p:cNvPr>
          <p:cNvSpPr>
            <a:spLocks noChangeAspect="1"/>
          </p:cNvSpPr>
          <p:nvPr/>
        </p:nvSpPr>
        <p:spPr>
          <a:xfrm rot="20700000">
            <a:off x="8700954" y="3782549"/>
            <a:ext cx="622403" cy="622403"/>
          </a:xfrm>
          <a:prstGeom prst="arc">
            <a:avLst/>
          </a:prstGeom>
          <a:noFill/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弧形 7">
            <a:extLst>
              <a:ext uri="{FF2B5EF4-FFF2-40B4-BE49-F238E27FC236}">
                <a16:creationId xmlns:a16="http://schemas.microsoft.com/office/drawing/2014/main" id="{647EFC49-32AD-E1CF-342B-A43D466F5E4E}"/>
              </a:ext>
            </a:extLst>
          </p:cNvPr>
          <p:cNvSpPr>
            <a:spLocks noChangeAspect="1"/>
          </p:cNvSpPr>
          <p:nvPr/>
        </p:nvSpPr>
        <p:spPr>
          <a:xfrm rot="20700000">
            <a:off x="8516377" y="3614730"/>
            <a:ext cx="933603" cy="933603"/>
          </a:xfrm>
          <a:prstGeom prst="arc">
            <a:avLst/>
          </a:prstGeom>
          <a:noFill/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弧形 3">
            <a:extLst>
              <a:ext uri="{FF2B5EF4-FFF2-40B4-BE49-F238E27FC236}">
                <a16:creationId xmlns:a16="http://schemas.microsoft.com/office/drawing/2014/main" id="{E641429A-B5B6-B3F7-CD49-4219833DC711}"/>
              </a:ext>
            </a:extLst>
          </p:cNvPr>
          <p:cNvSpPr>
            <a:spLocks noChangeAspect="1"/>
          </p:cNvSpPr>
          <p:nvPr/>
        </p:nvSpPr>
        <p:spPr>
          <a:xfrm rot="9900000">
            <a:off x="9822804" y="1248634"/>
            <a:ext cx="1244804" cy="1244804"/>
          </a:xfrm>
          <a:prstGeom prst="arc">
            <a:avLst/>
          </a:prstGeom>
          <a:noFill/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弧形 4">
            <a:extLst>
              <a:ext uri="{FF2B5EF4-FFF2-40B4-BE49-F238E27FC236}">
                <a16:creationId xmlns:a16="http://schemas.microsoft.com/office/drawing/2014/main" id="{413F7214-90A7-4C27-8B4D-FA34F7063EEF}"/>
              </a:ext>
            </a:extLst>
          </p:cNvPr>
          <p:cNvSpPr>
            <a:spLocks noChangeAspect="1"/>
          </p:cNvSpPr>
          <p:nvPr/>
        </p:nvSpPr>
        <p:spPr>
          <a:xfrm rot="9900000">
            <a:off x="10191958" y="1597308"/>
            <a:ext cx="622403" cy="622403"/>
          </a:xfrm>
          <a:prstGeom prst="arc">
            <a:avLst/>
          </a:prstGeom>
          <a:noFill/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弧形 7">
            <a:extLst>
              <a:ext uri="{FF2B5EF4-FFF2-40B4-BE49-F238E27FC236}">
                <a16:creationId xmlns:a16="http://schemas.microsoft.com/office/drawing/2014/main" id="{D3ACD6EB-8FF9-7446-4172-1B35C005D599}"/>
              </a:ext>
            </a:extLst>
          </p:cNvPr>
          <p:cNvSpPr>
            <a:spLocks noChangeAspect="1"/>
          </p:cNvSpPr>
          <p:nvPr/>
        </p:nvSpPr>
        <p:spPr>
          <a:xfrm rot="9900000">
            <a:off x="10007381" y="1429489"/>
            <a:ext cx="933603" cy="933603"/>
          </a:xfrm>
          <a:prstGeom prst="arc">
            <a:avLst/>
          </a:prstGeom>
          <a:noFill/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2C8C75A4-01C0-D688-9BC2-7BA30300AA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976" y="3826187"/>
            <a:ext cx="733856" cy="733856"/>
          </a:xfrm>
          <a:prstGeom prst="rect">
            <a:avLst/>
          </a:prstGeom>
        </p:spPr>
      </p:pic>
      <p:sp>
        <p:nvSpPr>
          <p:cNvPr id="25" name="弧形 3">
            <a:extLst>
              <a:ext uri="{FF2B5EF4-FFF2-40B4-BE49-F238E27FC236}">
                <a16:creationId xmlns:a16="http://schemas.microsoft.com/office/drawing/2014/main" id="{44FA81F7-44B4-713B-D6F2-EE1AC32A4A12}"/>
              </a:ext>
            </a:extLst>
          </p:cNvPr>
          <p:cNvSpPr>
            <a:spLocks noChangeAspect="1"/>
          </p:cNvSpPr>
          <p:nvPr/>
        </p:nvSpPr>
        <p:spPr>
          <a:xfrm rot="21254003">
            <a:off x="4025157" y="3400760"/>
            <a:ext cx="1244804" cy="1244804"/>
          </a:xfrm>
          <a:prstGeom prst="arc">
            <a:avLst/>
          </a:prstGeom>
          <a:noFill/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弧形 4">
            <a:extLst>
              <a:ext uri="{FF2B5EF4-FFF2-40B4-BE49-F238E27FC236}">
                <a16:creationId xmlns:a16="http://schemas.microsoft.com/office/drawing/2014/main" id="{C17C710D-D5B3-2D04-0361-0281F8361BC0}"/>
              </a:ext>
            </a:extLst>
          </p:cNvPr>
          <p:cNvSpPr>
            <a:spLocks noChangeAspect="1"/>
          </p:cNvSpPr>
          <p:nvPr/>
        </p:nvSpPr>
        <p:spPr>
          <a:xfrm rot="21254003">
            <a:off x="4394311" y="3749434"/>
            <a:ext cx="622403" cy="622403"/>
          </a:xfrm>
          <a:prstGeom prst="arc">
            <a:avLst/>
          </a:prstGeom>
          <a:noFill/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弧形 7">
            <a:extLst>
              <a:ext uri="{FF2B5EF4-FFF2-40B4-BE49-F238E27FC236}">
                <a16:creationId xmlns:a16="http://schemas.microsoft.com/office/drawing/2014/main" id="{26B7BA2E-E2B4-30F0-CA05-E21839CA4829}"/>
              </a:ext>
            </a:extLst>
          </p:cNvPr>
          <p:cNvSpPr>
            <a:spLocks noChangeAspect="1"/>
          </p:cNvSpPr>
          <p:nvPr/>
        </p:nvSpPr>
        <p:spPr>
          <a:xfrm rot="21254003">
            <a:off x="4209734" y="3581615"/>
            <a:ext cx="933603" cy="933603"/>
          </a:xfrm>
          <a:prstGeom prst="arc">
            <a:avLst/>
          </a:prstGeom>
          <a:noFill/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9D0AA2D8-010A-8A49-0FF8-B79F4E3EDF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776" y="2866175"/>
            <a:ext cx="733856" cy="733856"/>
          </a:xfrm>
          <a:prstGeom prst="rect">
            <a:avLst/>
          </a:prstGeom>
        </p:spPr>
      </p:pic>
      <p:sp>
        <p:nvSpPr>
          <p:cNvPr id="37" name="弧形 3">
            <a:extLst>
              <a:ext uri="{FF2B5EF4-FFF2-40B4-BE49-F238E27FC236}">
                <a16:creationId xmlns:a16="http://schemas.microsoft.com/office/drawing/2014/main" id="{5CD08297-F80D-E283-6AB4-64AA8E7AC384}"/>
              </a:ext>
            </a:extLst>
          </p:cNvPr>
          <p:cNvSpPr>
            <a:spLocks noChangeAspect="1"/>
          </p:cNvSpPr>
          <p:nvPr/>
        </p:nvSpPr>
        <p:spPr>
          <a:xfrm rot="626560">
            <a:off x="462731" y="2600574"/>
            <a:ext cx="1244804" cy="1244804"/>
          </a:xfrm>
          <a:prstGeom prst="arc">
            <a:avLst/>
          </a:prstGeom>
          <a:noFill/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弧形 4">
            <a:extLst>
              <a:ext uri="{FF2B5EF4-FFF2-40B4-BE49-F238E27FC236}">
                <a16:creationId xmlns:a16="http://schemas.microsoft.com/office/drawing/2014/main" id="{2B8D2F15-723F-E2A4-BEDF-19D2D8014013}"/>
              </a:ext>
            </a:extLst>
          </p:cNvPr>
          <p:cNvSpPr>
            <a:spLocks noChangeAspect="1"/>
          </p:cNvSpPr>
          <p:nvPr/>
        </p:nvSpPr>
        <p:spPr>
          <a:xfrm rot="626560">
            <a:off x="831885" y="2949248"/>
            <a:ext cx="622403" cy="622403"/>
          </a:xfrm>
          <a:prstGeom prst="arc">
            <a:avLst/>
          </a:prstGeom>
          <a:noFill/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弧形 7">
            <a:extLst>
              <a:ext uri="{FF2B5EF4-FFF2-40B4-BE49-F238E27FC236}">
                <a16:creationId xmlns:a16="http://schemas.microsoft.com/office/drawing/2014/main" id="{F73D97C4-68B4-3FD6-F082-AD6AE665254C}"/>
              </a:ext>
            </a:extLst>
          </p:cNvPr>
          <p:cNvSpPr>
            <a:spLocks noChangeAspect="1"/>
          </p:cNvSpPr>
          <p:nvPr/>
        </p:nvSpPr>
        <p:spPr>
          <a:xfrm rot="626560">
            <a:off x="647308" y="2781429"/>
            <a:ext cx="933603" cy="933603"/>
          </a:xfrm>
          <a:prstGeom prst="arc">
            <a:avLst/>
          </a:prstGeom>
          <a:noFill/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弧形 3">
            <a:extLst>
              <a:ext uri="{FF2B5EF4-FFF2-40B4-BE49-F238E27FC236}">
                <a16:creationId xmlns:a16="http://schemas.microsoft.com/office/drawing/2014/main" id="{5F2D38A0-B7E6-218E-2813-89B4EDBBDC4F}"/>
              </a:ext>
            </a:extLst>
          </p:cNvPr>
          <p:cNvSpPr>
            <a:spLocks noChangeAspect="1"/>
          </p:cNvSpPr>
          <p:nvPr/>
        </p:nvSpPr>
        <p:spPr>
          <a:xfrm rot="6936798">
            <a:off x="7257502" y="939250"/>
            <a:ext cx="1244804" cy="1244804"/>
          </a:xfrm>
          <a:prstGeom prst="arc">
            <a:avLst/>
          </a:prstGeom>
          <a:noFill/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弧形 4">
            <a:extLst>
              <a:ext uri="{FF2B5EF4-FFF2-40B4-BE49-F238E27FC236}">
                <a16:creationId xmlns:a16="http://schemas.microsoft.com/office/drawing/2014/main" id="{47EDD9B1-EEA9-BD54-3CEC-B151BFED676A}"/>
              </a:ext>
            </a:extLst>
          </p:cNvPr>
          <p:cNvSpPr>
            <a:spLocks noChangeAspect="1"/>
          </p:cNvSpPr>
          <p:nvPr/>
        </p:nvSpPr>
        <p:spPr>
          <a:xfrm rot="6936798">
            <a:off x="7626656" y="1287924"/>
            <a:ext cx="622403" cy="622403"/>
          </a:xfrm>
          <a:prstGeom prst="arc">
            <a:avLst/>
          </a:prstGeom>
          <a:noFill/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弧形 7">
            <a:extLst>
              <a:ext uri="{FF2B5EF4-FFF2-40B4-BE49-F238E27FC236}">
                <a16:creationId xmlns:a16="http://schemas.microsoft.com/office/drawing/2014/main" id="{B821E006-5E84-6E6A-EE8E-1E619BEFD7B3}"/>
              </a:ext>
            </a:extLst>
          </p:cNvPr>
          <p:cNvSpPr>
            <a:spLocks noChangeAspect="1"/>
          </p:cNvSpPr>
          <p:nvPr/>
        </p:nvSpPr>
        <p:spPr>
          <a:xfrm rot="6936798">
            <a:off x="7442079" y="1120105"/>
            <a:ext cx="933603" cy="933603"/>
          </a:xfrm>
          <a:prstGeom prst="arc">
            <a:avLst/>
          </a:prstGeom>
          <a:noFill/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29955430-80C9-41FB-1151-810D079E8E47}"/>
              </a:ext>
            </a:extLst>
          </p:cNvPr>
          <p:cNvSpPr/>
          <p:nvPr/>
        </p:nvSpPr>
        <p:spPr>
          <a:xfrm>
            <a:off x="859221" y="5064427"/>
            <a:ext cx="10473558" cy="1219198"/>
          </a:xfrm>
          <a:prstGeom prst="round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 dirty="0"/>
          </a:p>
        </p:txBody>
      </p:sp>
      <p:pic>
        <p:nvPicPr>
          <p:cNvPr id="52" name="图片 51" descr="形状&#10;&#10;低可信度描述已自动生成">
            <a:extLst>
              <a:ext uri="{FF2B5EF4-FFF2-40B4-BE49-F238E27FC236}">
                <a16:creationId xmlns:a16="http://schemas.microsoft.com/office/drawing/2014/main" id="{BC80751A-DCE2-9331-0754-9233C3EEB0CE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166" y="1337592"/>
            <a:ext cx="379550" cy="379550"/>
          </a:xfrm>
          <a:prstGeom prst="rect">
            <a:avLst/>
          </a:prstGeom>
        </p:spPr>
      </p:pic>
      <p:pic>
        <p:nvPicPr>
          <p:cNvPr id="53" name="图片 52" descr="形状&#10;&#10;低可信度描述已自动生成">
            <a:extLst>
              <a:ext uri="{FF2B5EF4-FFF2-40B4-BE49-F238E27FC236}">
                <a16:creationId xmlns:a16="http://schemas.microsoft.com/office/drawing/2014/main" id="{76C7D0D4-7AB5-6397-A571-9813F663CF7B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635" y="1931400"/>
            <a:ext cx="379550" cy="379550"/>
          </a:xfrm>
          <a:prstGeom prst="rect">
            <a:avLst/>
          </a:prstGeom>
        </p:spPr>
      </p:pic>
      <p:pic>
        <p:nvPicPr>
          <p:cNvPr id="54" name="图片 53" descr="形状&#10;&#10;低可信度描述已自动生成">
            <a:extLst>
              <a:ext uri="{FF2B5EF4-FFF2-40B4-BE49-F238E27FC236}">
                <a16:creationId xmlns:a16="http://schemas.microsoft.com/office/drawing/2014/main" id="{AD45A051-69EB-0AD9-56A2-C8B3CA53772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8060" y="1392077"/>
            <a:ext cx="379550" cy="379550"/>
          </a:xfrm>
          <a:prstGeom prst="rect">
            <a:avLst/>
          </a:prstGeom>
        </p:spPr>
      </p:pic>
      <p:pic>
        <p:nvPicPr>
          <p:cNvPr id="55" name="图片 54" descr="形状&#10;&#10;低可信度描述已自动生成">
            <a:extLst>
              <a:ext uri="{FF2B5EF4-FFF2-40B4-BE49-F238E27FC236}">
                <a16:creationId xmlns:a16="http://schemas.microsoft.com/office/drawing/2014/main" id="{F43877DD-4505-F3BE-D6BA-FDD1DF625D22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6685" y="1696148"/>
            <a:ext cx="379550" cy="379550"/>
          </a:xfrm>
          <a:prstGeom prst="rect">
            <a:avLst/>
          </a:prstGeom>
        </p:spPr>
      </p:pic>
      <p:sp>
        <p:nvSpPr>
          <p:cNvPr id="56" name="弧形 3">
            <a:extLst>
              <a:ext uri="{FF2B5EF4-FFF2-40B4-BE49-F238E27FC236}">
                <a16:creationId xmlns:a16="http://schemas.microsoft.com/office/drawing/2014/main" id="{98C35D69-386F-9F28-C2AA-12C5881A8EFA}"/>
              </a:ext>
            </a:extLst>
          </p:cNvPr>
          <p:cNvSpPr>
            <a:spLocks noChangeAspect="1"/>
          </p:cNvSpPr>
          <p:nvPr/>
        </p:nvSpPr>
        <p:spPr>
          <a:xfrm rot="16046639">
            <a:off x="3537203" y="3370469"/>
            <a:ext cx="1244804" cy="1244804"/>
          </a:xfrm>
          <a:prstGeom prst="arc">
            <a:avLst/>
          </a:prstGeom>
          <a:noFill/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弧形 4">
            <a:extLst>
              <a:ext uri="{FF2B5EF4-FFF2-40B4-BE49-F238E27FC236}">
                <a16:creationId xmlns:a16="http://schemas.microsoft.com/office/drawing/2014/main" id="{42B6847D-1E14-076F-2C1D-494688AB5BDB}"/>
              </a:ext>
            </a:extLst>
          </p:cNvPr>
          <p:cNvSpPr>
            <a:spLocks noChangeAspect="1"/>
          </p:cNvSpPr>
          <p:nvPr/>
        </p:nvSpPr>
        <p:spPr>
          <a:xfrm rot="16046639">
            <a:off x="3906357" y="3719143"/>
            <a:ext cx="622403" cy="622403"/>
          </a:xfrm>
          <a:prstGeom prst="arc">
            <a:avLst/>
          </a:prstGeom>
          <a:noFill/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弧形 7">
            <a:extLst>
              <a:ext uri="{FF2B5EF4-FFF2-40B4-BE49-F238E27FC236}">
                <a16:creationId xmlns:a16="http://schemas.microsoft.com/office/drawing/2014/main" id="{242BA0C7-BCAA-5A8E-4EDE-65BB3D21C845}"/>
              </a:ext>
            </a:extLst>
          </p:cNvPr>
          <p:cNvSpPr>
            <a:spLocks noChangeAspect="1"/>
          </p:cNvSpPr>
          <p:nvPr/>
        </p:nvSpPr>
        <p:spPr>
          <a:xfrm rot="16046639">
            <a:off x="3721780" y="3551324"/>
            <a:ext cx="933603" cy="933603"/>
          </a:xfrm>
          <a:prstGeom prst="arc">
            <a:avLst/>
          </a:prstGeom>
          <a:noFill/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弧形 3">
            <a:extLst>
              <a:ext uri="{FF2B5EF4-FFF2-40B4-BE49-F238E27FC236}">
                <a16:creationId xmlns:a16="http://schemas.microsoft.com/office/drawing/2014/main" id="{13F54D21-B434-A5B3-2094-DCE05AA75CB3}"/>
              </a:ext>
            </a:extLst>
          </p:cNvPr>
          <p:cNvSpPr>
            <a:spLocks noChangeAspect="1"/>
          </p:cNvSpPr>
          <p:nvPr/>
        </p:nvSpPr>
        <p:spPr>
          <a:xfrm rot="7400258">
            <a:off x="3120461" y="1188208"/>
            <a:ext cx="1244804" cy="1244804"/>
          </a:xfrm>
          <a:prstGeom prst="arc">
            <a:avLst/>
          </a:prstGeom>
          <a:noFill/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弧形 4">
            <a:extLst>
              <a:ext uri="{FF2B5EF4-FFF2-40B4-BE49-F238E27FC236}">
                <a16:creationId xmlns:a16="http://schemas.microsoft.com/office/drawing/2014/main" id="{BC0FE14D-4765-38E1-A874-7028ECFDB182}"/>
              </a:ext>
            </a:extLst>
          </p:cNvPr>
          <p:cNvSpPr>
            <a:spLocks noChangeAspect="1"/>
          </p:cNvSpPr>
          <p:nvPr/>
        </p:nvSpPr>
        <p:spPr>
          <a:xfrm rot="7400258">
            <a:off x="3489615" y="1536882"/>
            <a:ext cx="622403" cy="622403"/>
          </a:xfrm>
          <a:prstGeom prst="arc">
            <a:avLst/>
          </a:prstGeom>
          <a:noFill/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弧形 7">
            <a:extLst>
              <a:ext uri="{FF2B5EF4-FFF2-40B4-BE49-F238E27FC236}">
                <a16:creationId xmlns:a16="http://schemas.microsoft.com/office/drawing/2014/main" id="{6723D98B-5A7C-8534-620C-EAB9E96BA1D2}"/>
              </a:ext>
            </a:extLst>
          </p:cNvPr>
          <p:cNvSpPr>
            <a:spLocks noChangeAspect="1"/>
          </p:cNvSpPr>
          <p:nvPr/>
        </p:nvSpPr>
        <p:spPr>
          <a:xfrm rot="7400258">
            <a:off x="3305038" y="1369063"/>
            <a:ext cx="933603" cy="933603"/>
          </a:xfrm>
          <a:prstGeom prst="arc">
            <a:avLst/>
          </a:prstGeom>
          <a:noFill/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2" name="图片 61" descr="形状&#10;&#10;低可信度描述已自动生成">
            <a:extLst>
              <a:ext uri="{FF2B5EF4-FFF2-40B4-BE49-F238E27FC236}">
                <a16:creationId xmlns:a16="http://schemas.microsoft.com/office/drawing/2014/main" id="{C9A590EC-62EB-D91A-0CE0-6D677C52986F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1054" y="1546199"/>
            <a:ext cx="379550" cy="37955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CC7E404-0A2F-441D-C3EC-03D2484ECC13}"/>
              </a:ext>
            </a:extLst>
          </p:cNvPr>
          <p:cNvSpPr txBox="1"/>
          <p:nvPr/>
        </p:nvSpPr>
        <p:spPr>
          <a:xfrm>
            <a:off x="1372332" y="5260806"/>
            <a:ext cx="9444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cs typeface="+mn-cs"/>
              </a:rPr>
              <a:t>Deploying a backscatter network in a large area requires a dense deployment of readers for full coverage.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2702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xit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3" presetClass="entr" presetSubtype="16" repeatCount="indefinite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xit" presetSubtype="0" repeatCount="indefinite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3" presetClass="entr" presetSubtype="16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xit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3" presetClass="entr" presetSubtype="16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xit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3" presetClass="entr" presetSubtype="16" repeatCount="indefinite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xit" presetSubtype="0" repeatCount="indefinite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3" presetClass="entr" presetSubtype="16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xit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3" presetClass="entr" presetSubtype="16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xit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3" presetClass="entr" presetSubtype="16" repeatCount="indefinite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xit" presetSubtype="0" repeatCount="indefinite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3" presetClass="entr" presetSubtype="16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xit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23" presetClass="entr" presetSubtype="16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xit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3" presetClass="entr" presetSubtype="16" repeatCount="indefinite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xit" presetSubtype="0" repeatCount="indefinite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3" presetClass="entr" presetSubtype="16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xit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23" presetClass="entr" presetSubtype="16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10" presetClass="exit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23" presetClass="entr" presetSubtype="16" repeatCount="indefinite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xit" presetSubtype="0" repeatCount="indefinite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23" presetClass="entr" presetSubtype="16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10" presetClass="exit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3" presetClass="entr" presetSubtype="16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10" presetClass="exit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23" presetClass="entr" presetSubtype="16" repeatCount="indefinite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10" presetClass="exit" presetSubtype="0" repeatCount="indefinite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23" presetClass="entr" presetSubtype="16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10" presetClass="exit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3" presetClass="entr" presetSubtype="16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10" presetClass="exit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23" presetClass="entr" presetSubtype="16" repeatCount="indefinite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10" presetClass="exit" presetSubtype="0" repeatCount="indefinite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23" presetClass="entr" presetSubtype="16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10" presetClass="exit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23" presetClass="entr" presetSubtype="16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10" presetClass="exit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23" presetClass="entr" presetSubtype="16" repeatCount="indefinite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10" presetClass="exit" presetSubtype="0" repeatCount="indefinite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23" presetClass="entr" presetSubtype="16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10" presetClass="exit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0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23" presetClass="entr" presetSubtype="16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4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10" presetClass="exit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7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23" presetClass="entr" presetSubtype="16" repeatCount="indefinite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1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10" presetClass="exit" presetSubtype="0" repeatCount="indefinite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4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23" presetClass="entr" presetSubtype="16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8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10" presetClass="exit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1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23" presetClass="entr" presetSubtype="16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5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10" presetClass="exit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23" presetClass="entr" presetSubtype="16" repeatCount="indefinite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4" presetID="10" presetClass="exit" presetSubtype="0" repeatCount="indefinite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23" presetClass="entr" presetSubtype="16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9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10" presetClass="exit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2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56" grpId="0" animBg="1"/>
      <p:bldP spid="56" grpId="1" animBg="1"/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  <p:bldP spid="60" grpId="0" animBg="1"/>
      <p:bldP spid="60" grpId="1" animBg="1"/>
      <p:bldP spid="61" grpId="0" animBg="1"/>
      <p:bldP spid="61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F15CE8-FBB8-28F7-BA97-CF6886B8D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Interference in the multi-reader network</a:t>
            </a:r>
            <a:endParaRPr lang="zh-CN" altLang="en-US" dirty="0"/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B9024D8D-2431-2BB3-9628-0C04C64831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1187"/>
          <a:stretch/>
        </p:blipFill>
        <p:spPr>
          <a:xfrm rot="17790555">
            <a:off x="7464419" y="2806404"/>
            <a:ext cx="1909346" cy="451352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CD649D36-CA7C-2235-569E-4EC07D0EB11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291"/>
          <a:stretch/>
        </p:blipFill>
        <p:spPr>
          <a:xfrm rot="19135716">
            <a:off x="2558925" y="2551876"/>
            <a:ext cx="2325372" cy="424782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11F8835B-4567-A383-5B6D-3CF06614061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291"/>
          <a:stretch/>
        </p:blipFill>
        <p:spPr>
          <a:xfrm rot="19135716">
            <a:off x="2305827" y="2342443"/>
            <a:ext cx="2325372" cy="245088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739C5CC3-521D-BBD9-ECE2-2A7423DBA6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71596">
            <a:off x="3874188" y="2535861"/>
            <a:ext cx="4197214" cy="110179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367FEC94-007B-AB6D-C373-ABCF0B3602F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1187"/>
          <a:stretch/>
        </p:blipFill>
        <p:spPr>
          <a:xfrm rot="17790555">
            <a:off x="7363396" y="2332207"/>
            <a:ext cx="1909346" cy="213653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CC208009-2D1B-461C-B757-ACBD76ACA353}"/>
              </a:ext>
            </a:extLst>
          </p:cNvPr>
          <p:cNvSpPr/>
          <p:nvPr/>
        </p:nvSpPr>
        <p:spPr>
          <a:xfrm rot="2713144">
            <a:off x="3696147" y="1497119"/>
            <a:ext cx="1514563" cy="8405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56BDF02-A697-C22C-F41F-9AECDF57B262}"/>
              </a:ext>
            </a:extLst>
          </p:cNvPr>
          <p:cNvSpPr/>
          <p:nvPr/>
        </p:nvSpPr>
        <p:spPr>
          <a:xfrm rot="17735428">
            <a:off x="8549308" y="1412985"/>
            <a:ext cx="873083" cy="13805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2DB5919-E449-2F4E-49D6-5666EDF9DFF7}"/>
              </a:ext>
            </a:extLst>
          </p:cNvPr>
          <p:cNvSpPr/>
          <p:nvPr/>
        </p:nvSpPr>
        <p:spPr>
          <a:xfrm rot="19011373">
            <a:off x="4229919" y="1383798"/>
            <a:ext cx="873083" cy="10870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9599822-6216-8CCD-D3E9-4189655B1577}"/>
              </a:ext>
            </a:extLst>
          </p:cNvPr>
          <p:cNvSpPr/>
          <p:nvPr/>
        </p:nvSpPr>
        <p:spPr>
          <a:xfrm rot="1602822">
            <a:off x="6777444" y="3022917"/>
            <a:ext cx="1842004" cy="9770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F93B781-9CE4-9A34-0B93-EC2AA8E0762A}"/>
              </a:ext>
            </a:extLst>
          </p:cNvPr>
          <p:cNvSpPr/>
          <p:nvPr/>
        </p:nvSpPr>
        <p:spPr>
          <a:xfrm rot="19011373">
            <a:off x="1884842" y="2889117"/>
            <a:ext cx="1645124" cy="16172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10B2EDE-01A2-CE7F-3944-358AF2B2DBC4}"/>
              </a:ext>
            </a:extLst>
          </p:cNvPr>
          <p:cNvSpPr/>
          <p:nvPr/>
        </p:nvSpPr>
        <p:spPr>
          <a:xfrm rot="18664091">
            <a:off x="7013215" y="3616547"/>
            <a:ext cx="873083" cy="13805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70D9791-BE7C-6530-C5DD-C88133B74F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89" y="10004"/>
            <a:ext cx="681036" cy="681036"/>
          </a:xfrm>
          <a:prstGeom prst="rect">
            <a:avLst/>
          </a:prstGeom>
        </p:spPr>
      </p:pic>
      <p:pic>
        <p:nvPicPr>
          <p:cNvPr id="30" name="图片 29" descr="徽标&#10;&#10;描述已自动生成">
            <a:extLst>
              <a:ext uri="{FF2B5EF4-FFF2-40B4-BE49-F238E27FC236}">
                <a16:creationId xmlns:a16="http://schemas.microsoft.com/office/drawing/2014/main" id="{D3305162-0962-ED6E-001C-7C4EE275A6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1639" y="2869193"/>
            <a:ext cx="995183" cy="1440000"/>
          </a:xfrm>
          <a:prstGeom prst="rect">
            <a:avLst/>
          </a:prstGeom>
        </p:spPr>
      </p:pic>
      <p:pic>
        <p:nvPicPr>
          <p:cNvPr id="32" name="图片 31" descr="图标&#10;&#10;描述已自动生成">
            <a:extLst>
              <a:ext uri="{FF2B5EF4-FFF2-40B4-BE49-F238E27FC236}">
                <a16:creationId xmlns:a16="http://schemas.microsoft.com/office/drawing/2014/main" id="{A387A057-D9E1-D7F4-B1F2-E59586099F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9726" y="2925062"/>
            <a:ext cx="995183" cy="1440000"/>
          </a:xfrm>
          <a:prstGeom prst="rect">
            <a:avLst/>
          </a:prstGeom>
        </p:spPr>
      </p:pic>
      <p:pic>
        <p:nvPicPr>
          <p:cNvPr id="34" name="图片 33" descr="形状&#10;&#10;低可信度描述已自动生成">
            <a:extLst>
              <a:ext uri="{FF2B5EF4-FFF2-40B4-BE49-F238E27FC236}">
                <a16:creationId xmlns:a16="http://schemas.microsoft.com/office/drawing/2014/main" id="{C7A5B1E6-1638-F335-497C-E1C5A431E77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461" y="1638910"/>
            <a:ext cx="540000" cy="540000"/>
          </a:xfrm>
          <a:prstGeom prst="rect">
            <a:avLst/>
          </a:prstGeom>
        </p:spPr>
      </p:pic>
      <p:pic>
        <p:nvPicPr>
          <p:cNvPr id="46" name="图片 45" descr="黑暗中的标志&#10;&#10;低可信度描述已自动生成">
            <a:extLst>
              <a:ext uri="{FF2B5EF4-FFF2-40B4-BE49-F238E27FC236}">
                <a16:creationId xmlns:a16="http://schemas.microsoft.com/office/drawing/2014/main" id="{7A4C2C6E-0502-6796-FB3D-EC26CCDFA59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348" y="2641618"/>
            <a:ext cx="643557" cy="566888"/>
          </a:xfrm>
          <a:prstGeom prst="rect">
            <a:avLst/>
          </a:prstGeom>
        </p:spPr>
      </p:pic>
      <p:pic>
        <p:nvPicPr>
          <p:cNvPr id="48" name="图片 47" descr="图形用户界面&#10;&#10;中度可信度描述已自动生成">
            <a:extLst>
              <a:ext uri="{FF2B5EF4-FFF2-40B4-BE49-F238E27FC236}">
                <a16:creationId xmlns:a16="http://schemas.microsoft.com/office/drawing/2014/main" id="{F62B9246-0EFB-41CB-B030-0BAA28BC97D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0138" y="1570551"/>
            <a:ext cx="1946260" cy="91737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4B08313-462B-7D19-60BC-0E425CA4FF6C}"/>
              </a:ext>
            </a:extLst>
          </p:cNvPr>
          <p:cNvSpPr txBox="1"/>
          <p:nvPr/>
        </p:nvSpPr>
        <p:spPr>
          <a:xfrm>
            <a:off x="4340915" y="2190840"/>
            <a:ext cx="8042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Tag</a:t>
            </a:r>
            <a:endParaRPr lang="zh-CN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38A79C9E-6D9A-E080-1095-17553786ECFC}"/>
              </a:ext>
            </a:extLst>
          </p:cNvPr>
          <p:cNvGrpSpPr/>
          <p:nvPr/>
        </p:nvGrpSpPr>
        <p:grpSpPr>
          <a:xfrm>
            <a:off x="8798604" y="1687195"/>
            <a:ext cx="804213" cy="915504"/>
            <a:chOff x="8554948" y="1960076"/>
            <a:chExt cx="804213" cy="915504"/>
          </a:xfrm>
        </p:grpSpPr>
        <p:pic>
          <p:nvPicPr>
            <p:cNvPr id="41" name="图片 40" descr="形状&#10;&#10;低可信度描述已自动生成">
              <a:extLst>
                <a:ext uri="{FF2B5EF4-FFF2-40B4-BE49-F238E27FC236}">
                  <a16:creationId xmlns:a16="http://schemas.microsoft.com/office/drawing/2014/main" id="{A5220A81-D30B-F8A0-2B05-1CAFFE176F4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87055" y="1960076"/>
              <a:ext cx="540000" cy="540000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1CFDD87B-2930-03F9-829C-DC1A41B46E36}"/>
                </a:ext>
              </a:extLst>
            </p:cNvPr>
            <p:cNvSpPr txBox="1"/>
            <p:nvPr/>
          </p:nvSpPr>
          <p:spPr>
            <a:xfrm>
              <a:off x="8554948" y="2475470"/>
              <a:ext cx="80421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Tag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" name="矩形: 圆角 28">
            <a:extLst>
              <a:ext uri="{FF2B5EF4-FFF2-40B4-BE49-F238E27FC236}">
                <a16:creationId xmlns:a16="http://schemas.microsoft.com/office/drawing/2014/main" id="{C9BA691C-974F-9DC5-6B5D-11A854D20972}"/>
              </a:ext>
            </a:extLst>
          </p:cNvPr>
          <p:cNvSpPr/>
          <p:nvPr/>
        </p:nvSpPr>
        <p:spPr>
          <a:xfrm>
            <a:off x="528145" y="4858873"/>
            <a:ext cx="11135708" cy="1266858"/>
          </a:xfrm>
          <a:prstGeom prst="roundRect">
            <a:avLst>
              <a:gd name="adj" fmla="val 16616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6EB9916-A831-8732-4439-30AE71E868C2}"/>
              </a:ext>
            </a:extLst>
          </p:cNvPr>
          <p:cNvSpPr txBox="1"/>
          <p:nvPr/>
        </p:nvSpPr>
        <p:spPr>
          <a:xfrm>
            <a:off x="1009510" y="5069371"/>
            <a:ext cx="1017297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The backscattered signals from a tag are likely to reach another reader and induce undesired interference.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481452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7.40741E-7 L 0.0194 -0.0324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4" y="-162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7.40741E-7 L -0.02032 0.03171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16" y="1574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3.7037E-7 L 0.01303 -0.04375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1" y="-2199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4.44444E-6 L -0.0125 0.0449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5" y="22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path" presetSubtype="0" repeatCount="indefinite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3.75E-6 2.22222E-6 L 0.02644 0.02778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15" y="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1FA1CC-A1C9-45AA-A36D-44C8C0E83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Avoid interference in the time domain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448856A-7FF0-9E77-DF9A-D692D857A7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89" y="10004"/>
            <a:ext cx="681036" cy="681036"/>
          </a:xfrm>
          <a:prstGeom prst="rect">
            <a:avLst/>
          </a:prstGeom>
        </p:spPr>
      </p:pic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8CDE2969-0AA6-2BE7-E7D1-02D9D2B3E57E}"/>
              </a:ext>
            </a:extLst>
          </p:cNvPr>
          <p:cNvSpPr/>
          <p:nvPr/>
        </p:nvSpPr>
        <p:spPr>
          <a:xfrm>
            <a:off x="994721" y="1227217"/>
            <a:ext cx="4619095" cy="3307306"/>
          </a:xfrm>
          <a:prstGeom prst="roundRect">
            <a:avLst>
              <a:gd name="adj" fmla="val 5740"/>
            </a:avLst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: 圆顶角 68">
            <a:extLst>
              <a:ext uri="{FF2B5EF4-FFF2-40B4-BE49-F238E27FC236}">
                <a16:creationId xmlns:a16="http://schemas.microsoft.com/office/drawing/2014/main" id="{2D49F570-938A-28C8-EAA9-EDCF4D5196F8}"/>
              </a:ext>
            </a:extLst>
          </p:cNvPr>
          <p:cNvSpPr/>
          <p:nvPr/>
        </p:nvSpPr>
        <p:spPr>
          <a:xfrm>
            <a:off x="994722" y="1227216"/>
            <a:ext cx="4619093" cy="343337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6087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TDMA-based method</a:t>
            </a:r>
            <a:endParaRPr lang="zh-CN" altLang="en-US" b="1" dirty="0"/>
          </a:p>
        </p:txBody>
      </p:sp>
      <p:pic>
        <p:nvPicPr>
          <p:cNvPr id="74" name="图片 73" descr="图示&#10;&#10;中度可信度描述已自动生成">
            <a:extLst>
              <a:ext uri="{FF2B5EF4-FFF2-40B4-BE49-F238E27FC236}">
                <a16:creationId xmlns:a16="http://schemas.microsoft.com/office/drawing/2014/main" id="{18A75E45-E3C6-B8A0-0945-5E6C92B1051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5" r="6167"/>
          <a:stretch/>
        </p:blipFill>
        <p:spPr>
          <a:xfrm>
            <a:off x="1186907" y="1753418"/>
            <a:ext cx="4234722" cy="2598240"/>
          </a:xfrm>
          <a:prstGeom prst="rect">
            <a:avLst/>
          </a:prstGeom>
        </p:spPr>
      </p:pic>
      <p:pic>
        <p:nvPicPr>
          <p:cNvPr id="76" name="图片 75" descr="徽标, 公司名称&#10;&#10;描述已自动生成">
            <a:extLst>
              <a:ext uri="{FF2B5EF4-FFF2-40B4-BE49-F238E27FC236}">
                <a16:creationId xmlns:a16="http://schemas.microsoft.com/office/drawing/2014/main" id="{23BEECCB-E335-071E-3D34-5FF0414211E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0" r="4303"/>
          <a:stretch/>
        </p:blipFill>
        <p:spPr>
          <a:xfrm>
            <a:off x="6625651" y="1753419"/>
            <a:ext cx="3770697" cy="2333666"/>
          </a:xfrm>
          <a:prstGeom prst="rect">
            <a:avLst/>
          </a:prstGeom>
        </p:spPr>
      </p:pic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CFA2B84D-1F25-9054-1890-D72BBD9DBAF2}"/>
              </a:ext>
            </a:extLst>
          </p:cNvPr>
          <p:cNvSpPr/>
          <p:nvPr/>
        </p:nvSpPr>
        <p:spPr>
          <a:xfrm>
            <a:off x="6198806" y="1227218"/>
            <a:ext cx="4619095" cy="3307306"/>
          </a:xfrm>
          <a:prstGeom prst="roundRect">
            <a:avLst>
              <a:gd name="adj" fmla="val 5740"/>
            </a:avLst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: 圆顶角 77">
            <a:extLst>
              <a:ext uri="{FF2B5EF4-FFF2-40B4-BE49-F238E27FC236}">
                <a16:creationId xmlns:a16="http://schemas.microsoft.com/office/drawing/2014/main" id="{D8DCF034-8740-2868-2C18-818E78FF0846}"/>
              </a:ext>
            </a:extLst>
          </p:cNvPr>
          <p:cNvSpPr/>
          <p:nvPr/>
        </p:nvSpPr>
        <p:spPr>
          <a:xfrm>
            <a:off x="6198807" y="1227217"/>
            <a:ext cx="4619093" cy="343337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6087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CSMA-based method</a:t>
            </a:r>
            <a:endParaRPr lang="zh-CN" altLang="en-US" b="1" dirty="0"/>
          </a:p>
        </p:txBody>
      </p:sp>
      <p:sp>
        <p:nvSpPr>
          <p:cNvPr id="3" name="矩形: 圆角 28">
            <a:extLst>
              <a:ext uri="{FF2B5EF4-FFF2-40B4-BE49-F238E27FC236}">
                <a16:creationId xmlns:a16="http://schemas.microsoft.com/office/drawing/2014/main" id="{AEDC6048-A8EE-38C9-3FA1-EB742A9E5454}"/>
              </a:ext>
            </a:extLst>
          </p:cNvPr>
          <p:cNvSpPr/>
          <p:nvPr/>
        </p:nvSpPr>
        <p:spPr>
          <a:xfrm>
            <a:off x="1034321" y="5006442"/>
            <a:ext cx="10123356" cy="1266858"/>
          </a:xfrm>
          <a:prstGeom prst="roundRect">
            <a:avLst>
              <a:gd name="adj" fmla="val 16616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03864F-367E-27C1-C578-65635C113CE4}"/>
              </a:ext>
            </a:extLst>
          </p:cNvPr>
          <p:cNvSpPr txBox="1"/>
          <p:nvPr/>
        </p:nvSpPr>
        <p:spPr>
          <a:xfrm>
            <a:off x="1379096" y="5216940"/>
            <a:ext cx="94338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These methods avoid interference in the time domain, however, at the cost of the </a:t>
            </a:r>
            <a:r>
              <a:rPr lang="en-US" altLang="zh-CN" sz="2400" b="1" dirty="0"/>
              <a:t>network throughput</a:t>
            </a:r>
            <a:r>
              <a:rPr lang="en-US" altLang="zh-CN" sz="2400" dirty="0"/>
              <a:t>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829013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9" grpId="0" animBg="1"/>
      <p:bldP spid="77" grpId="0" animBg="1"/>
      <p:bldP spid="7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098488-81D4-7DB0-6653-6A072931A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Trident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0BA31A0-9AF5-F6FF-412A-90E1686173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89" y="10004"/>
            <a:ext cx="681036" cy="681036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C8C929A8-6D77-9867-F099-251C767854D2}"/>
              </a:ext>
            </a:extLst>
          </p:cNvPr>
          <p:cNvSpPr/>
          <p:nvPr/>
        </p:nvSpPr>
        <p:spPr>
          <a:xfrm>
            <a:off x="753674" y="1091438"/>
            <a:ext cx="4891051" cy="4042036"/>
          </a:xfrm>
          <a:prstGeom prst="roundRect">
            <a:avLst>
              <a:gd name="adj" fmla="val 5740"/>
            </a:avLst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顶角 5">
            <a:extLst>
              <a:ext uri="{FF2B5EF4-FFF2-40B4-BE49-F238E27FC236}">
                <a16:creationId xmlns:a16="http://schemas.microsoft.com/office/drawing/2014/main" id="{5E14D9B5-5AE5-A427-DCA1-C5B096D351C8}"/>
              </a:ext>
            </a:extLst>
          </p:cNvPr>
          <p:cNvSpPr/>
          <p:nvPr/>
        </p:nvSpPr>
        <p:spPr>
          <a:xfrm>
            <a:off x="753675" y="1091437"/>
            <a:ext cx="4891049" cy="4085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6087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2200" b="1" dirty="0"/>
              <a:t>Frequency division</a:t>
            </a:r>
            <a:endParaRPr lang="zh-CN" altLang="en-US" sz="2200" b="1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6A1A7B00-BAB1-301E-99A2-6747E77AFAD8}"/>
              </a:ext>
            </a:extLst>
          </p:cNvPr>
          <p:cNvSpPr/>
          <p:nvPr/>
        </p:nvSpPr>
        <p:spPr>
          <a:xfrm>
            <a:off x="6547276" y="1091438"/>
            <a:ext cx="4891051" cy="4042036"/>
          </a:xfrm>
          <a:prstGeom prst="roundRect">
            <a:avLst>
              <a:gd name="adj" fmla="val 5740"/>
            </a:avLst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顶角 9">
            <a:extLst>
              <a:ext uri="{FF2B5EF4-FFF2-40B4-BE49-F238E27FC236}">
                <a16:creationId xmlns:a16="http://schemas.microsoft.com/office/drawing/2014/main" id="{A58018CD-63B7-8C38-04F3-C2AE4EE284AB}"/>
              </a:ext>
            </a:extLst>
          </p:cNvPr>
          <p:cNvSpPr/>
          <p:nvPr/>
        </p:nvSpPr>
        <p:spPr>
          <a:xfrm>
            <a:off x="6547277" y="1091437"/>
            <a:ext cx="4891049" cy="4085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6087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2200" b="1" dirty="0"/>
              <a:t>Space division</a:t>
            </a:r>
            <a:endParaRPr lang="zh-CN" altLang="en-US" sz="2200" b="1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0D70D72-78A9-B292-4550-70FE5CB44572}"/>
              </a:ext>
            </a:extLst>
          </p:cNvPr>
          <p:cNvSpPr/>
          <p:nvPr/>
        </p:nvSpPr>
        <p:spPr>
          <a:xfrm>
            <a:off x="0" y="5576128"/>
            <a:ext cx="12192000" cy="730708"/>
          </a:xfrm>
          <a:prstGeom prst="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6042C24-589E-9B98-86BB-7A2DA37BDBA7}"/>
              </a:ext>
            </a:extLst>
          </p:cNvPr>
          <p:cNvSpPr txBox="1"/>
          <p:nvPr/>
        </p:nvSpPr>
        <p:spPr>
          <a:xfrm>
            <a:off x="609600" y="5696880"/>
            <a:ext cx="1097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</a:rPr>
              <a:t>Enable </a:t>
            </a:r>
            <a:r>
              <a:rPr lang="en-US" altLang="zh-CN" sz="2400" b="1" dirty="0">
                <a:solidFill>
                  <a:srgbClr val="FFFF00"/>
                </a:solidFill>
              </a:rPr>
              <a:t>the tag </a:t>
            </a:r>
            <a:r>
              <a:rPr lang="en-US" altLang="zh-CN" sz="2400" b="1" dirty="0">
                <a:solidFill>
                  <a:schemeClr val="bg1"/>
                </a:solidFill>
              </a:rPr>
              <a:t>to avoid interference in the frequency-space domain.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sp>
        <p:nvSpPr>
          <p:cNvPr id="34" name="加号 33">
            <a:extLst>
              <a:ext uri="{FF2B5EF4-FFF2-40B4-BE49-F238E27FC236}">
                <a16:creationId xmlns:a16="http://schemas.microsoft.com/office/drawing/2014/main" id="{A849D4E1-806A-6C11-8B98-82CBE9BCE2F8}"/>
              </a:ext>
            </a:extLst>
          </p:cNvPr>
          <p:cNvSpPr/>
          <p:nvPr/>
        </p:nvSpPr>
        <p:spPr>
          <a:xfrm>
            <a:off x="5771147" y="2817937"/>
            <a:ext cx="649706" cy="649706"/>
          </a:xfrm>
          <a:prstGeom prst="mathPlus">
            <a:avLst>
              <a:gd name="adj1" fmla="val 16113"/>
            </a:avLst>
          </a:prstGeom>
          <a:solidFill>
            <a:srgbClr val="66087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图示, 徽标&#10;&#10;描述已自动生成">
            <a:extLst>
              <a:ext uri="{FF2B5EF4-FFF2-40B4-BE49-F238E27FC236}">
                <a16:creationId xmlns:a16="http://schemas.microsoft.com/office/drawing/2014/main" id="{0AC97915-53A6-0469-0F56-4EF370D7DB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8739" y="1581138"/>
            <a:ext cx="3645986" cy="3456000"/>
          </a:xfrm>
          <a:prstGeom prst="rect">
            <a:avLst/>
          </a:prstGeom>
        </p:spPr>
      </p:pic>
      <p:pic>
        <p:nvPicPr>
          <p:cNvPr id="17" name="图片 16" descr="徽标, 公司名称&#10;&#10;描述已自动生成">
            <a:extLst>
              <a:ext uri="{FF2B5EF4-FFF2-40B4-BE49-F238E27FC236}">
                <a16:creationId xmlns:a16="http://schemas.microsoft.com/office/drawing/2014/main" id="{28202425-6130-325E-E13A-1A09BBDC1F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964" y="1823357"/>
            <a:ext cx="3594469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924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186BC3-0EE5-798D-D15B-847F61DB1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Challenge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BA11734-3CC6-3ED1-CE61-D68ED0F0CA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89" y="10004"/>
            <a:ext cx="681036" cy="681036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82371C16-F4E3-CD8E-F758-AFCC21A59453}"/>
              </a:ext>
            </a:extLst>
          </p:cNvPr>
          <p:cNvSpPr/>
          <p:nvPr/>
        </p:nvSpPr>
        <p:spPr>
          <a:xfrm>
            <a:off x="4207884" y="1252029"/>
            <a:ext cx="3813735" cy="4873779"/>
          </a:xfrm>
          <a:prstGeom prst="roundRect">
            <a:avLst>
              <a:gd name="adj" fmla="val 5740"/>
            </a:avLst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顶角 6">
            <a:extLst>
              <a:ext uri="{FF2B5EF4-FFF2-40B4-BE49-F238E27FC236}">
                <a16:creationId xmlns:a16="http://schemas.microsoft.com/office/drawing/2014/main" id="{DCFD3936-4AD1-F829-8ADD-F979C53DD733}"/>
              </a:ext>
            </a:extLst>
          </p:cNvPr>
          <p:cNvSpPr/>
          <p:nvPr/>
        </p:nvSpPr>
        <p:spPr>
          <a:xfrm>
            <a:off x="4207882" y="1252028"/>
            <a:ext cx="3813736" cy="37673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6087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b="1" dirty="0"/>
              <a:t>Challenge 2</a:t>
            </a:r>
            <a:endParaRPr lang="zh-CN" altLang="en-US" b="1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C3D4255-7C32-D64A-A53B-B0E884C97DBE}"/>
              </a:ext>
            </a:extLst>
          </p:cNvPr>
          <p:cNvSpPr/>
          <p:nvPr/>
        </p:nvSpPr>
        <p:spPr>
          <a:xfrm>
            <a:off x="8200877" y="1252029"/>
            <a:ext cx="3813734" cy="4873779"/>
          </a:xfrm>
          <a:prstGeom prst="roundRect">
            <a:avLst>
              <a:gd name="adj" fmla="val 5740"/>
            </a:avLst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顶角 8">
            <a:extLst>
              <a:ext uri="{FF2B5EF4-FFF2-40B4-BE49-F238E27FC236}">
                <a16:creationId xmlns:a16="http://schemas.microsoft.com/office/drawing/2014/main" id="{4A250832-1F50-13FC-FB92-C2229466B4D6}"/>
              </a:ext>
            </a:extLst>
          </p:cNvPr>
          <p:cNvSpPr/>
          <p:nvPr/>
        </p:nvSpPr>
        <p:spPr>
          <a:xfrm>
            <a:off x="8200878" y="1252028"/>
            <a:ext cx="3813732" cy="37673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6087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b="1" dirty="0"/>
              <a:t>Challenge 3</a:t>
            </a:r>
            <a:endParaRPr lang="zh-CN" altLang="en-US" b="1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387A3E3-8C78-99E6-B21B-99A90FAEA925}"/>
              </a:ext>
            </a:extLst>
          </p:cNvPr>
          <p:cNvSpPr txBox="1"/>
          <p:nvPr/>
        </p:nvSpPr>
        <p:spPr>
          <a:xfrm>
            <a:off x="4357323" y="1792773"/>
            <a:ext cx="34773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How to generate reflection signals in a specific band?</a:t>
            </a:r>
            <a:endParaRPr lang="zh-CN" altLang="en-US" sz="22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AE36628-AA06-8242-62E2-84AE324B88A1}"/>
              </a:ext>
            </a:extLst>
          </p:cNvPr>
          <p:cNvSpPr txBox="1"/>
          <p:nvPr/>
        </p:nvSpPr>
        <p:spPr>
          <a:xfrm>
            <a:off x="8197290" y="1792773"/>
            <a:ext cx="38137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How to control the reflection power in a dynamic channel? </a:t>
            </a:r>
            <a:endParaRPr lang="zh-CN" altLang="en-US" sz="2200" dirty="0"/>
          </a:p>
        </p:txBody>
      </p:sp>
      <p:pic>
        <p:nvPicPr>
          <p:cNvPr id="26" name="图片 25" descr="图片包含 徽标&#10;&#10;描述已自动生成">
            <a:extLst>
              <a:ext uri="{FF2B5EF4-FFF2-40B4-BE49-F238E27FC236}">
                <a16:creationId xmlns:a16="http://schemas.microsoft.com/office/drawing/2014/main" id="{7DD7DD2D-87D4-B19C-56FD-C1E42F32D1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3021" y="2853003"/>
            <a:ext cx="2096413" cy="2948983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1CE9E1B0-4B52-D966-C90B-E383F4A9D121}"/>
              </a:ext>
            </a:extLst>
          </p:cNvPr>
          <p:cNvSpPr/>
          <p:nvPr/>
        </p:nvSpPr>
        <p:spPr>
          <a:xfrm>
            <a:off x="214886" y="1252029"/>
            <a:ext cx="3813736" cy="4873779"/>
          </a:xfrm>
          <a:prstGeom prst="roundRect">
            <a:avLst>
              <a:gd name="adj" fmla="val 5740"/>
            </a:avLst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顶角 4">
            <a:extLst>
              <a:ext uri="{FF2B5EF4-FFF2-40B4-BE49-F238E27FC236}">
                <a16:creationId xmlns:a16="http://schemas.microsoft.com/office/drawing/2014/main" id="{E11432D9-E34A-C340-3438-4E456413B6B2}"/>
              </a:ext>
            </a:extLst>
          </p:cNvPr>
          <p:cNvSpPr/>
          <p:nvPr/>
        </p:nvSpPr>
        <p:spPr>
          <a:xfrm>
            <a:off x="214885" y="1252028"/>
            <a:ext cx="3813736" cy="37673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6087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b="1" dirty="0"/>
              <a:t>Challenge 1</a:t>
            </a:r>
            <a:endParaRPr lang="zh-CN" altLang="en-US" b="1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03C209B-9AF4-2FB8-8B2B-3D253CF63C39}"/>
              </a:ext>
            </a:extLst>
          </p:cNvPr>
          <p:cNvSpPr txBox="1"/>
          <p:nvPr/>
        </p:nvSpPr>
        <p:spPr>
          <a:xfrm>
            <a:off x="211300" y="1792773"/>
            <a:ext cx="38096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How to select the strongest band with limited power?</a:t>
            </a:r>
            <a:endParaRPr lang="zh-CN" altLang="en-US" sz="2200" dirty="0"/>
          </a:p>
        </p:txBody>
      </p:sp>
      <p:pic>
        <p:nvPicPr>
          <p:cNvPr id="12" name="图片 11" descr="文本&#10;&#10;中度可信度描述已自动生成">
            <a:extLst>
              <a:ext uri="{FF2B5EF4-FFF2-40B4-BE49-F238E27FC236}">
                <a16:creationId xmlns:a16="http://schemas.microsoft.com/office/drawing/2014/main" id="{F2D9489C-9E60-8619-5AEF-9E7C3B28E82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97"/>
          <a:stretch/>
        </p:blipFill>
        <p:spPr>
          <a:xfrm>
            <a:off x="993425" y="2853003"/>
            <a:ext cx="2424880" cy="2920000"/>
          </a:xfrm>
          <a:prstGeom prst="rect">
            <a:avLst/>
          </a:prstGeom>
        </p:spPr>
      </p:pic>
      <p:pic>
        <p:nvPicPr>
          <p:cNvPr id="13" name="图片 12" descr="徽标, 公司名称&#10;&#10;描述已自动生成">
            <a:extLst>
              <a:ext uri="{FF2B5EF4-FFF2-40B4-BE49-F238E27FC236}">
                <a16:creationId xmlns:a16="http://schemas.microsoft.com/office/drawing/2014/main" id="{FF377188-CA97-CF52-ED0B-F968EFDE2F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8580" y="2816334"/>
            <a:ext cx="2321409" cy="3055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55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186BC3-0EE5-798D-D15B-847F61DB1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Challenge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BA11734-3CC6-3ED1-CE61-D68ED0F0CA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89" y="10004"/>
            <a:ext cx="681036" cy="681036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82371C16-F4E3-CD8E-F758-AFCC21A59453}"/>
              </a:ext>
            </a:extLst>
          </p:cNvPr>
          <p:cNvSpPr/>
          <p:nvPr/>
        </p:nvSpPr>
        <p:spPr>
          <a:xfrm>
            <a:off x="4207884" y="1252029"/>
            <a:ext cx="3813735" cy="4873779"/>
          </a:xfrm>
          <a:prstGeom prst="roundRect">
            <a:avLst>
              <a:gd name="adj" fmla="val 5740"/>
            </a:avLst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顶角 6">
            <a:extLst>
              <a:ext uri="{FF2B5EF4-FFF2-40B4-BE49-F238E27FC236}">
                <a16:creationId xmlns:a16="http://schemas.microsoft.com/office/drawing/2014/main" id="{DCFD3936-4AD1-F829-8ADD-F979C53DD733}"/>
              </a:ext>
            </a:extLst>
          </p:cNvPr>
          <p:cNvSpPr/>
          <p:nvPr/>
        </p:nvSpPr>
        <p:spPr>
          <a:xfrm>
            <a:off x="4207882" y="1252028"/>
            <a:ext cx="3813736" cy="37673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6087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b="1" dirty="0"/>
              <a:t>Challenge 2</a:t>
            </a:r>
            <a:endParaRPr lang="zh-CN" altLang="en-US" b="1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C3D4255-7C32-D64A-A53B-B0E884C97DBE}"/>
              </a:ext>
            </a:extLst>
          </p:cNvPr>
          <p:cNvSpPr/>
          <p:nvPr/>
        </p:nvSpPr>
        <p:spPr>
          <a:xfrm>
            <a:off x="8200877" y="1252029"/>
            <a:ext cx="3813734" cy="4873779"/>
          </a:xfrm>
          <a:prstGeom prst="roundRect">
            <a:avLst>
              <a:gd name="adj" fmla="val 5740"/>
            </a:avLst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顶角 8">
            <a:extLst>
              <a:ext uri="{FF2B5EF4-FFF2-40B4-BE49-F238E27FC236}">
                <a16:creationId xmlns:a16="http://schemas.microsoft.com/office/drawing/2014/main" id="{4A250832-1F50-13FC-FB92-C2229466B4D6}"/>
              </a:ext>
            </a:extLst>
          </p:cNvPr>
          <p:cNvSpPr/>
          <p:nvPr/>
        </p:nvSpPr>
        <p:spPr>
          <a:xfrm>
            <a:off x="8200878" y="1252028"/>
            <a:ext cx="3813732" cy="37673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6087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b="1" dirty="0"/>
              <a:t>Challenge 3</a:t>
            </a:r>
            <a:endParaRPr lang="zh-CN" altLang="en-US" b="1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387A3E3-8C78-99E6-B21B-99A90FAEA925}"/>
              </a:ext>
            </a:extLst>
          </p:cNvPr>
          <p:cNvSpPr txBox="1"/>
          <p:nvPr/>
        </p:nvSpPr>
        <p:spPr>
          <a:xfrm>
            <a:off x="4357323" y="1792773"/>
            <a:ext cx="34773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How to generate reflection signals in a specific band?</a:t>
            </a:r>
            <a:endParaRPr lang="zh-CN" altLang="en-US" sz="22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AE36628-AA06-8242-62E2-84AE324B88A1}"/>
              </a:ext>
            </a:extLst>
          </p:cNvPr>
          <p:cNvSpPr txBox="1"/>
          <p:nvPr/>
        </p:nvSpPr>
        <p:spPr>
          <a:xfrm>
            <a:off x="8197290" y="1792773"/>
            <a:ext cx="38137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How to control the reflection power in a dynamic channel? </a:t>
            </a:r>
            <a:endParaRPr lang="zh-CN" altLang="en-US" sz="2200" dirty="0"/>
          </a:p>
        </p:txBody>
      </p:sp>
      <p:pic>
        <p:nvPicPr>
          <p:cNvPr id="26" name="图片 25" descr="图片包含 徽标&#10;&#10;描述已自动生成">
            <a:extLst>
              <a:ext uri="{FF2B5EF4-FFF2-40B4-BE49-F238E27FC236}">
                <a16:creationId xmlns:a16="http://schemas.microsoft.com/office/drawing/2014/main" id="{7DD7DD2D-87D4-B19C-56FD-C1E42F32D1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3021" y="2853003"/>
            <a:ext cx="2096413" cy="2948983"/>
          </a:xfrm>
          <a:prstGeom prst="rect">
            <a:avLst/>
          </a:prstGeom>
        </p:spPr>
      </p:pic>
      <p:pic>
        <p:nvPicPr>
          <p:cNvPr id="13" name="图片 12" descr="徽标, 公司名称&#10;&#10;描述已自动生成">
            <a:extLst>
              <a:ext uri="{FF2B5EF4-FFF2-40B4-BE49-F238E27FC236}">
                <a16:creationId xmlns:a16="http://schemas.microsoft.com/office/drawing/2014/main" id="{FF377188-CA97-CF52-ED0B-F968EFDE2F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8580" y="2816334"/>
            <a:ext cx="2321409" cy="3055354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5A2D1967-E98D-2AF5-6702-DB9B32A395D4}"/>
              </a:ext>
            </a:extLst>
          </p:cNvPr>
          <p:cNvSpPr/>
          <p:nvPr/>
        </p:nvSpPr>
        <p:spPr>
          <a:xfrm>
            <a:off x="0" y="691040"/>
            <a:ext cx="12192000" cy="6156956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1CE9E1B0-4B52-D966-C90B-E383F4A9D121}"/>
              </a:ext>
            </a:extLst>
          </p:cNvPr>
          <p:cNvSpPr/>
          <p:nvPr/>
        </p:nvSpPr>
        <p:spPr>
          <a:xfrm>
            <a:off x="214886" y="1252029"/>
            <a:ext cx="3813736" cy="4873779"/>
          </a:xfrm>
          <a:prstGeom prst="roundRect">
            <a:avLst>
              <a:gd name="adj" fmla="val 5740"/>
            </a:avLst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顶角 4">
            <a:extLst>
              <a:ext uri="{FF2B5EF4-FFF2-40B4-BE49-F238E27FC236}">
                <a16:creationId xmlns:a16="http://schemas.microsoft.com/office/drawing/2014/main" id="{E11432D9-E34A-C340-3438-4E456413B6B2}"/>
              </a:ext>
            </a:extLst>
          </p:cNvPr>
          <p:cNvSpPr/>
          <p:nvPr/>
        </p:nvSpPr>
        <p:spPr>
          <a:xfrm>
            <a:off x="214885" y="1252028"/>
            <a:ext cx="3813736" cy="37673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6087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b="1" dirty="0"/>
              <a:t>Challenge 1</a:t>
            </a:r>
            <a:endParaRPr lang="zh-CN" altLang="en-US" b="1" dirty="0"/>
          </a:p>
        </p:txBody>
      </p:sp>
      <p:pic>
        <p:nvPicPr>
          <p:cNvPr id="12" name="图片 11" descr="文本&#10;&#10;中度可信度描述已自动生成">
            <a:extLst>
              <a:ext uri="{FF2B5EF4-FFF2-40B4-BE49-F238E27FC236}">
                <a16:creationId xmlns:a16="http://schemas.microsoft.com/office/drawing/2014/main" id="{F2D9489C-9E60-8619-5AEF-9E7C3B28E82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97"/>
          <a:stretch/>
        </p:blipFill>
        <p:spPr>
          <a:xfrm>
            <a:off x="993425" y="2853003"/>
            <a:ext cx="2424880" cy="29200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E308819-961E-DBBF-5D89-0E710A641BE8}"/>
              </a:ext>
            </a:extLst>
          </p:cNvPr>
          <p:cNvSpPr txBox="1"/>
          <p:nvPr/>
        </p:nvSpPr>
        <p:spPr>
          <a:xfrm>
            <a:off x="211300" y="1792773"/>
            <a:ext cx="38096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How to select the strongest band with limited power?</a:t>
            </a:r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092343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F3C426-F40D-C3A6-06D5-1A653F847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Signal extraction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3D31243-0293-2913-1BB0-AEC44DC016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89" y="10004"/>
            <a:ext cx="681036" cy="681036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2CE8CB11-BE6B-983F-3371-7B5ACB9EAD12}"/>
              </a:ext>
            </a:extLst>
          </p:cNvPr>
          <p:cNvSpPr/>
          <p:nvPr/>
        </p:nvSpPr>
        <p:spPr>
          <a:xfrm>
            <a:off x="516408" y="1310203"/>
            <a:ext cx="4977874" cy="3064728"/>
          </a:xfrm>
          <a:prstGeom prst="roundRect">
            <a:avLst>
              <a:gd name="adj" fmla="val 5740"/>
            </a:avLst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顶角 5">
            <a:extLst>
              <a:ext uri="{FF2B5EF4-FFF2-40B4-BE49-F238E27FC236}">
                <a16:creationId xmlns:a16="http://schemas.microsoft.com/office/drawing/2014/main" id="{2926FA3C-4C7A-4474-4E46-8FBB0C4F13EE}"/>
              </a:ext>
            </a:extLst>
          </p:cNvPr>
          <p:cNvSpPr/>
          <p:nvPr/>
        </p:nvSpPr>
        <p:spPr>
          <a:xfrm>
            <a:off x="516407" y="1310203"/>
            <a:ext cx="4977874" cy="40190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6087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2200" b="1" dirty="0"/>
              <a:t>Baseband Extraction</a:t>
            </a:r>
            <a:endParaRPr lang="zh-CN" altLang="en-US" sz="2200" b="1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81E763F-FB87-8A59-1B01-767E5AA11909}"/>
              </a:ext>
            </a:extLst>
          </p:cNvPr>
          <p:cNvSpPr/>
          <p:nvPr/>
        </p:nvSpPr>
        <p:spPr>
          <a:xfrm>
            <a:off x="6697714" y="1310203"/>
            <a:ext cx="4977878" cy="3064728"/>
          </a:xfrm>
          <a:prstGeom prst="roundRect">
            <a:avLst>
              <a:gd name="adj" fmla="val 5740"/>
            </a:avLst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顶角 7">
            <a:extLst>
              <a:ext uri="{FF2B5EF4-FFF2-40B4-BE49-F238E27FC236}">
                <a16:creationId xmlns:a16="http://schemas.microsoft.com/office/drawing/2014/main" id="{E4A210E0-0A11-EADC-4533-39F51F55CFDF}"/>
              </a:ext>
            </a:extLst>
          </p:cNvPr>
          <p:cNvSpPr/>
          <p:nvPr/>
        </p:nvSpPr>
        <p:spPr>
          <a:xfrm>
            <a:off x="6697714" y="1310203"/>
            <a:ext cx="4977876" cy="40190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6087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2200" b="1" dirty="0"/>
              <a:t>RF Extraction</a:t>
            </a:r>
            <a:endParaRPr lang="zh-CN" altLang="en-US" sz="2200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7F30172-0991-E8B7-9EEE-DD21D0731685}"/>
              </a:ext>
            </a:extLst>
          </p:cNvPr>
          <p:cNvSpPr txBox="1"/>
          <p:nvPr/>
        </p:nvSpPr>
        <p:spPr>
          <a:xfrm>
            <a:off x="1012613" y="4925334"/>
            <a:ext cx="99917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Innovation:</a:t>
            </a:r>
            <a:r>
              <a:rPr lang="zh-CN" altLang="en-US" sz="2400" b="1" dirty="0"/>
              <a:t> </a:t>
            </a:r>
            <a:r>
              <a:rPr lang="en-US" altLang="zh-CN" sz="2400" dirty="0"/>
              <a:t>avoid using baseband signals and instead perform the signal extraction </a:t>
            </a:r>
            <a:r>
              <a:rPr lang="en-US" altLang="zh-CN" sz="2400" u="sng" dirty="0"/>
              <a:t>directly in the RF domain</a:t>
            </a:r>
            <a:r>
              <a:rPr lang="en-US" altLang="zh-CN" sz="2400" dirty="0"/>
              <a:t>.</a:t>
            </a:r>
            <a:endParaRPr lang="zh-CN" altLang="en-US" sz="2400" dirty="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42E1D54-0E70-6986-D169-509F395EA3E7}"/>
              </a:ext>
            </a:extLst>
          </p:cNvPr>
          <p:cNvSpPr/>
          <p:nvPr/>
        </p:nvSpPr>
        <p:spPr>
          <a:xfrm>
            <a:off x="768249" y="4718723"/>
            <a:ext cx="10480448" cy="1244221"/>
          </a:xfrm>
          <a:prstGeom prst="roundRect">
            <a:avLst>
              <a:gd name="adj" fmla="val 24113"/>
            </a:avLst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E97B11FF-1D43-BB1E-9F17-751C940D1EC0}"/>
              </a:ext>
            </a:extLst>
          </p:cNvPr>
          <p:cNvSpPr/>
          <p:nvPr/>
        </p:nvSpPr>
        <p:spPr>
          <a:xfrm>
            <a:off x="5714561" y="2713472"/>
            <a:ext cx="811395" cy="501944"/>
          </a:xfrm>
          <a:prstGeom prst="rightArrow">
            <a:avLst>
              <a:gd name="adj1" fmla="val 37666"/>
              <a:gd name="adj2" fmla="val 47533"/>
            </a:avLst>
          </a:prstGeom>
          <a:solidFill>
            <a:srgbClr val="66087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 descr="图示&#10;&#10;描述已自动生成">
            <a:extLst>
              <a:ext uri="{FF2B5EF4-FFF2-40B4-BE49-F238E27FC236}">
                <a16:creationId xmlns:a16="http://schemas.microsoft.com/office/drawing/2014/main" id="{C4EB0F50-EBBD-A7E3-6E95-B86CCEBA1A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124" y="1814715"/>
            <a:ext cx="4148439" cy="2448000"/>
          </a:xfrm>
          <a:prstGeom prst="rect">
            <a:avLst/>
          </a:prstGeom>
        </p:spPr>
      </p:pic>
      <p:pic>
        <p:nvPicPr>
          <p:cNvPr id="25" name="图片 24" descr="图示&#10;&#10;描述已自动生成">
            <a:extLst>
              <a:ext uri="{FF2B5EF4-FFF2-40B4-BE49-F238E27FC236}">
                <a16:creationId xmlns:a16="http://schemas.microsoft.com/office/drawing/2014/main" id="{EFE67496-ACD8-35C2-15E3-91A7D8C5C9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9131" y="1918720"/>
            <a:ext cx="4069566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566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图片 95">
            <a:extLst>
              <a:ext uri="{FF2B5EF4-FFF2-40B4-BE49-F238E27FC236}">
                <a16:creationId xmlns:a16="http://schemas.microsoft.com/office/drawing/2014/main" id="{744D993A-6DA4-2A47-AFC4-39FB959E6B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67" r="25124"/>
          <a:stretch/>
        </p:blipFill>
        <p:spPr>
          <a:xfrm>
            <a:off x="823108" y="3786637"/>
            <a:ext cx="1792664" cy="45460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4108D175-0CCD-1356-ECA0-AE55F10E2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Comb-line filter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92EFD2E-34FF-9431-5C35-01C85621FE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89" y="10004"/>
            <a:ext cx="681036" cy="681036"/>
          </a:xfrm>
          <a:prstGeom prst="rect">
            <a:avLst/>
          </a:prstGeom>
        </p:spPr>
      </p:pic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21F707F8-863F-4EBF-1FC8-71B97AE1FD51}"/>
              </a:ext>
            </a:extLst>
          </p:cNvPr>
          <p:cNvSpPr/>
          <p:nvPr/>
        </p:nvSpPr>
        <p:spPr>
          <a:xfrm>
            <a:off x="7039642" y="853003"/>
            <a:ext cx="4407980" cy="5181463"/>
          </a:xfrm>
          <a:prstGeom prst="roundRect">
            <a:avLst>
              <a:gd name="adj" fmla="val 5740"/>
            </a:avLst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1E89A6A9-92D4-B166-15A5-C9EE3D77BD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7529816"/>
              </p:ext>
            </p:extLst>
          </p:nvPr>
        </p:nvGraphicFramePr>
        <p:xfrm>
          <a:off x="8790572" y="1743072"/>
          <a:ext cx="2235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34880" imgH="723600" progId="Equation.DSMT4">
                  <p:embed/>
                </p:oleObj>
              </mc:Choice>
              <mc:Fallback>
                <p:oleObj name="Equation" r:id="rId5" imgW="2234880" imgH="72360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1E89A6A9-92D4-B166-15A5-C9EE3D77BD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790572" y="1743072"/>
                        <a:ext cx="22352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2D9D16FA-3925-3C95-15A7-A19E757CC8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5453935"/>
              </p:ext>
            </p:extLst>
          </p:nvPr>
        </p:nvGraphicFramePr>
        <p:xfrm>
          <a:off x="8523872" y="2543172"/>
          <a:ext cx="2768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768400" imgH="736560" progId="Equation.DSMT4">
                  <p:embed/>
                </p:oleObj>
              </mc:Choice>
              <mc:Fallback>
                <p:oleObj name="Equation" r:id="rId7" imgW="2768400" imgH="73656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2D9D16FA-3925-3C95-15A7-A19E757CC8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523872" y="2543172"/>
                        <a:ext cx="2768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图片 22" descr="形状&#10;&#10;低可信度描述已自动生成">
            <a:extLst>
              <a:ext uri="{FF2B5EF4-FFF2-40B4-BE49-F238E27FC236}">
                <a16:creationId xmlns:a16="http://schemas.microsoft.com/office/drawing/2014/main" id="{0F9E72CF-9A23-9F4F-2445-B1EC2129FE5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5457" y="1581676"/>
            <a:ext cx="928147" cy="2919668"/>
          </a:xfrm>
          <a:prstGeom prst="rect">
            <a:avLst/>
          </a:prstGeom>
        </p:spPr>
      </p:pic>
      <p:grpSp>
        <p:nvGrpSpPr>
          <p:cNvPr id="58" name="组合 57">
            <a:extLst>
              <a:ext uri="{FF2B5EF4-FFF2-40B4-BE49-F238E27FC236}">
                <a16:creationId xmlns:a16="http://schemas.microsoft.com/office/drawing/2014/main" id="{D4E3AAB4-F966-5D5C-5A85-651D5E223563}"/>
              </a:ext>
            </a:extLst>
          </p:cNvPr>
          <p:cNvGrpSpPr>
            <a:grpSpLocks/>
          </p:cNvGrpSpPr>
          <p:nvPr/>
        </p:nvGrpSpPr>
        <p:grpSpPr>
          <a:xfrm>
            <a:off x="6730111" y="3292028"/>
            <a:ext cx="4529807" cy="2433220"/>
            <a:chOff x="6875047" y="3638042"/>
            <a:chExt cx="4529807" cy="2433220"/>
          </a:xfrm>
        </p:grpSpPr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C728150C-46D9-E3F5-3300-A5DB14AAB715}"/>
                </a:ext>
              </a:extLst>
            </p:cNvPr>
            <p:cNvCxnSpPr>
              <a:cxnSpLocks/>
            </p:cNvCxnSpPr>
            <p:nvPr/>
          </p:nvCxnSpPr>
          <p:spPr>
            <a:xfrm>
              <a:off x="11233723" y="3644900"/>
              <a:ext cx="171131" cy="0"/>
            </a:xfrm>
            <a:prstGeom prst="line">
              <a:avLst/>
            </a:prstGeom>
            <a:ln w="28575">
              <a:solidFill>
                <a:srgbClr val="66087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E6F7BBD7-3163-F511-5F7F-221A94DE9586}"/>
                </a:ext>
              </a:extLst>
            </p:cNvPr>
            <p:cNvCxnSpPr>
              <a:cxnSpLocks/>
            </p:cNvCxnSpPr>
            <p:nvPr/>
          </p:nvCxnSpPr>
          <p:spPr>
            <a:xfrm>
              <a:off x="11311213" y="3657068"/>
              <a:ext cx="0" cy="2222348"/>
            </a:xfrm>
            <a:prstGeom prst="line">
              <a:avLst/>
            </a:prstGeom>
            <a:ln w="28575">
              <a:solidFill>
                <a:srgbClr val="66087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9BDE69F3-A1C1-2C31-C31E-FBCD5F22B894}"/>
                </a:ext>
              </a:extLst>
            </p:cNvPr>
            <p:cNvCxnSpPr>
              <a:cxnSpLocks/>
              <a:endCxn id="45" idx="3"/>
            </p:cNvCxnSpPr>
            <p:nvPr/>
          </p:nvCxnSpPr>
          <p:spPr>
            <a:xfrm flipH="1">
              <a:off x="10318335" y="5871207"/>
              <a:ext cx="992878" cy="0"/>
            </a:xfrm>
            <a:prstGeom prst="straightConnector1">
              <a:avLst/>
            </a:prstGeom>
            <a:ln w="28575">
              <a:solidFill>
                <a:srgbClr val="66087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AD57D99B-383F-DB1E-E75D-2F0C5D9C8DFD}"/>
                </a:ext>
              </a:extLst>
            </p:cNvPr>
            <p:cNvCxnSpPr>
              <a:cxnSpLocks/>
            </p:cNvCxnSpPr>
            <p:nvPr/>
          </p:nvCxnSpPr>
          <p:spPr>
            <a:xfrm>
              <a:off x="10963973" y="3644900"/>
              <a:ext cx="171131" cy="0"/>
            </a:xfrm>
            <a:prstGeom prst="line">
              <a:avLst/>
            </a:prstGeom>
            <a:ln w="28575">
              <a:solidFill>
                <a:srgbClr val="66087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3834C4BE-7117-6B5F-1C84-70FB121586F9}"/>
                </a:ext>
              </a:extLst>
            </p:cNvPr>
            <p:cNvCxnSpPr>
              <a:cxnSpLocks/>
            </p:cNvCxnSpPr>
            <p:nvPr/>
          </p:nvCxnSpPr>
          <p:spPr>
            <a:xfrm>
              <a:off x="11052048" y="3644900"/>
              <a:ext cx="0" cy="1760986"/>
            </a:xfrm>
            <a:prstGeom prst="line">
              <a:avLst/>
            </a:prstGeom>
            <a:ln w="28575">
              <a:solidFill>
                <a:srgbClr val="66087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04EE4E91-C373-5FAA-1DF7-7D8855784D20}"/>
                </a:ext>
              </a:extLst>
            </p:cNvPr>
            <p:cNvCxnSpPr>
              <a:cxnSpLocks/>
              <a:endCxn id="44" idx="3"/>
            </p:cNvCxnSpPr>
            <p:nvPr/>
          </p:nvCxnSpPr>
          <p:spPr>
            <a:xfrm flipH="1">
              <a:off x="10318335" y="5405886"/>
              <a:ext cx="731203" cy="0"/>
            </a:xfrm>
            <a:prstGeom prst="straightConnector1">
              <a:avLst/>
            </a:prstGeom>
            <a:ln w="28575">
              <a:solidFill>
                <a:srgbClr val="66087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B1A832A3-2688-3051-656A-04C86534F8BB}"/>
                </a:ext>
              </a:extLst>
            </p:cNvPr>
            <p:cNvSpPr txBox="1">
              <a:spLocks/>
            </p:cNvSpPr>
            <p:nvPr/>
          </p:nvSpPr>
          <p:spPr>
            <a:xfrm>
              <a:off x="6878320" y="5205831"/>
              <a:ext cx="344001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2000" dirty="0"/>
                <a:t>Characteristic impedance</a:t>
              </a:r>
              <a:endParaRPr lang="zh-CN" altLang="en-US" sz="2000" dirty="0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56E68C9D-7C46-1193-73AA-1982EF7147E6}"/>
                </a:ext>
              </a:extLst>
            </p:cNvPr>
            <p:cNvSpPr txBox="1">
              <a:spLocks/>
            </p:cNvSpPr>
            <p:nvPr/>
          </p:nvSpPr>
          <p:spPr>
            <a:xfrm>
              <a:off x="6878320" y="5671152"/>
              <a:ext cx="344001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2000" dirty="0"/>
                <a:t>Load capacitor</a:t>
              </a:r>
              <a:endParaRPr lang="zh-CN" altLang="en-US" sz="2000" dirty="0"/>
            </a:p>
          </p:txBody>
        </p: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562C4B3-83F7-9E47-DD4A-79FA16856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685779" y="3644900"/>
              <a:ext cx="171131" cy="0"/>
            </a:xfrm>
            <a:prstGeom prst="line">
              <a:avLst/>
            </a:prstGeom>
            <a:ln w="28575">
              <a:solidFill>
                <a:srgbClr val="66087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DB14AA1B-3261-9854-6A78-0CC1B413C91F}"/>
                </a:ext>
              </a:extLst>
            </p:cNvPr>
            <p:cNvCxnSpPr>
              <a:cxnSpLocks/>
            </p:cNvCxnSpPr>
            <p:nvPr/>
          </p:nvCxnSpPr>
          <p:spPr>
            <a:xfrm>
              <a:off x="10771344" y="3638042"/>
              <a:ext cx="0" cy="1309043"/>
            </a:xfrm>
            <a:prstGeom prst="line">
              <a:avLst/>
            </a:prstGeom>
            <a:ln w="28575">
              <a:solidFill>
                <a:srgbClr val="66087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E656139B-CD5D-E058-E320-5757BC2B46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18335" y="4947085"/>
              <a:ext cx="453009" cy="0"/>
            </a:xfrm>
            <a:prstGeom prst="straightConnector1">
              <a:avLst/>
            </a:prstGeom>
            <a:ln w="28575">
              <a:solidFill>
                <a:srgbClr val="66087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F1A5E456-CF9D-075A-F419-75E201939538}"/>
                </a:ext>
              </a:extLst>
            </p:cNvPr>
            <p:cNvSpPr txBox="1">
              <a:spLocks/>
            </p:cNvSpPr>
            <p:nvPr/>
          </p:nvSpPr>
          <p:spPr>
            <a:xfrm>
              <a:off x="6875047" y="4756323"/>
              <a:ext cx="344001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2000" dirty="0"/>
                <a:t>Speed of light</a:t>
              </a:r>
              <a:endParaRPr lang="zh-CN" altLang="en-US" sz="2000" dirty="0"/>
            </a:p>
          </p:txBody>
        </p:sp>
      </p:grp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1255F677-D281-6760-910E-4716F19EA7E2}"/>
              </a:ext>
            </a:extLst>
          </p:cNvPr>
          <p:cNvSpPr/>
          <p:nvPr/>
        </p:nvSpPr>
        <p:spPr>
          <a:xfrm>
            <a:off x="7891624" y="5312970"/>
            <a:ext cx="2268441" cy="42177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660874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Load Capacitor</a:t>
            </a:r>
            <a:endParaRPr lang="zh-CN" altLang="en-US" sz="2000" b="1" dirty="0"/>
          </a:p>
        </p:txBody>
      </p:sp>
      <p:sp>
        <p:nvSpPr>
          <p:cNvPr id="69" name="矩形: 圆顶角 68">
            <a:extLst>
              <a:ext uri="{FF2B5EF4-FFF2-40B4-BE49-F238E27FC236}">
                <a16:creationId xmlns:a16="http://schemas.microsoft.com/office/drawing/2014/main" id="{FA837A79-0C30-48D0-CC9E-39B14F3A9161}"/>
              </a:ext>
            </a:extLst>
          </p:cNvPr>
          <p:cNvSpPr/>
          <p:nvPr/>
        </p:nvSpPr>
        <p:spPr>
          <a:xfrm>
            <a:off x="7039641" y="853003"/>
            <a:ext cx="4407979" cy="43374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6087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2200" b="1" dirty="0"/>
              <a:t>Resonator</a:t>
            </a:r>
            <a:endParaRPr lang="zh-CN" altLang="en-US" sz="2200" b="1" dirty="0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0396754B-3AC5-9B89-686E-17BD1C6E8FC0}"/>
              </a:ext>
            </a:extLst>
          </p:cNvPr>
          <p:cNvSpPr txBox="1"/>
          <p:nvPr/>
        </p:nvSpPr>
        <p:spPr>
          <a:xfrm>
            <a:off x="297883" y="5234994"/>
            <a:ext cx="65505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Comb-line filter: </a:t>
            </a:r>
            <a:r>
              <a:rPr lang="en-US" altLang="zh-CN" sz="2400" dirty="0"/>
              <a:t>extract the signal whose frequency is near the resonance point.</a:t>
            </a:r>
            <a:endParaRPr lang="zh-CN" altLang="en-US" sz="2400" b="1" dirty="0"/>
          </a:p>
        </p:txBody>
      </p:sp>
      <p:pic>
        <p:nvPicPr>
          <p:cNvPr id="90" name="图片 89">
            <a:extLst>
              <a:ext uri="{FF2B5EF4-FFF2-40B4-BE49-F238E27FC236}">
                <a16:creationId xmlns:a16="http://schemas.microsoft.com/office/drawing/2014/main" id="{FC576E0A-E2CF-9128-3B21-8B51AE4EECDB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54776"/>
          <a:stretch/>
        </p:blipFill>
        <p:spPr>
          <a:xfrm>
            <a:off x="316746" y="3298855"/>
            <a:ext cx="1994654" cy="487782"/>
          </a:xfrm>
          <a:prstGeom prst="rect">
            <a:avLst/>
          </a:prstGeom>
        </p:spPr>
      </p:pic>
      <p:pic>
        <p:nvPicPr>
          <p:cNvPr id="21" name="图片 20" descr="图片包含 徽标&#10;&#10;描述已自动生成">
            <a:extLst>
              <a:ext uri="{FF2B5EF4-FFF2-40B4-BE49-F238E27FC236}">
                <a16:creationId xmlns:a16="http://schemas.microsoft.com/office/drawing/2014/main" id="{38027257-63F8-791C-D63A-55C0A5321F6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448" y="1595128"/>
            <a:ext cx="5988654" cy="3300222"/>
          </a:xfrm>
          <a:prstGeom prst="rect">
            <a:avLst/>
          </a:prstGeom>
        </p:spPr>
      </p:pic>
      <p:sp>
        <p:nvSpPr>
          <p:cNvPr id="91" name="矩形 90">
            <a:extLst>
              <a:ext uri="{FF2B5EF4-FFF2-40B4-BE49-F238E27FC236}">
                <a16:creationId xmlns:a16="http://schemas.microsoft.com/office/drawing/2014/main" id="{C2323A26-EE2B-C905-7A1A-F0EC39417A29}"/>
              </a:ext>
            </a:extLst>
          </p:cNvPr>
          <p:cNvSpPr/>
          <p:nvPr/>
        </p:nvSpPr>
        <p:spPr>
          <a:xfrm>
            <a:off x="282883" y="3254375"/>
            <a:ext cx="467966" cy="9868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3" name="图片 92">
            <a:extLst>
              <a:ext uri="{FF2B5EF4-FFF2-40B4-BE49-F238E27FC236}">
                <a16:creationId xmlns:a16="http://schemas.microsoft.com/office/drawing/2014/main" id="{48099670-BF5C-FA94-100B-35BDA3A480DD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32582"/>
          <a:stretch/>
        </p:blipFill>
        <p:spPr>
          <a:xfrm>
            <a:off x="4654762" y="3323099"/>
            <a:ext cx="1632985" cy="494653"/>
          </a:xfrm>
          <a:prstGeom prst="rect">
            <a:avLst/>
          </a:prstGeom>
        </p:spPr>
      </p:pic>
      <p:sp>
        <p:nvSpPr>
          <p:cNvPr id="94" name="矩形 93">
            <a:extLst>
              <a:ext uri="{FF2B5EF4-FFF2-40B4-BE49-F238E27FC236}">
                <a16:creationId xmlns:a16="http://schemas.microsoft.com/office/drawing/2014/main" id="{68E487FB-655E-31C7-2785-292384DB21F1}"/>
              </a:ext>
            </a:extLst>
          </p:cNvPr>
          <p:cNvSpPr/>
          <p:nvPr/>
        </p:nvSpPr>
        <p:spPr>
          <a:xfrm>
            <a:off x="4583428" y="3311095"/>
            <a:ext cx="379607" cy="685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4F98B887-0D20-D56F-375F-BD6B0ED32723}"/>
              </a:ext>
            </a:extLst>
          </p:cNvPr>
          <p:cNvSpPr/>
          <p:nvPr/>
        </p:nvSpPr>
        <p:spPr>
          <a:xfrm>
            <a:off x="6324844" y="3041510"/>
            <a:ext cx="684530" cy="685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0E39848C-98BD-F116-2BB3-E1131EE1C5E3}"/>
              </a:ext>
            </a:extLst>
          </p:cNvPr>
          <p:cNvSpPr/>
          <p:nvPr/>
        </p:nvSpPr>
        <p:spPr>
          <a:xfrm>
            <a:off x="1939400" y="3304896"/>
            <a:ext cx="299717" cy="8858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1477A2A5-94EA-75E2-5F3C-30D8A6CE7FCA}"/>
              </a:ext>
            </a:extLst>
          </p:cNvPr>
          <p:cNvCxnSpPr>
            <a:cxnSpLocks/>
          </p:cNvCxnSpPr>
          <p:nvPr/>
        </p:nvCxnSpPr>
        <p:spPr>
          <a:xfrm>
            <a:off x="2747010" y="2649262"/>
            <a:ext cx="527513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5483CF8E-05B3-5467-051C-89C2AC7E2FBB}"/>
              </a:ext>
            </a:extLst>
          </p:cNvPr>
          <p:cNvCxnSpPr>
            <a:cxnSpLocks/>
          </p:cNvCxnSpPr>
          <p:nvPr/>
        </p:nvCxnSpPr>
        <p:spPr>
          <a:xfrm>
            <a:off x="3661410" y="2649262"/>
            <a:ext cx="521970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15041415-E106-E000-1FE2-1B63DF715E6A}"/>
              </a:ext>
            </a:extLst>
          </p:cNvPr>
          <p:cNvGrpSpPr/>
          <p:nvPr/>
        </p:nvGrpSpPr>
        <p:grpSpPr>
          <a:xfrm>
            <a:off x="2368844" y="1140345"/>
            <a:ext cx="1204332" cy="1454265"/>
            <a:chOff x="2528153" y="951552"/>
            <a:chExt cx="1204332" cy="1454265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D07FCD6-4714-4061-8ACC-BA89500005F9}"/>
                </a:ext>
              </a:extLst>
            </p:cNvPr>
            <p:cNvSpPr txBox="1"/>
            <p:nvPr/>
          </p:nvSpPr>
          <p:spPr>
            <a:xfrm>
              <a:off x="2528153" y="951552"/>
              <a:ext cx="120433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>
                  <a:latin typeface="Arial" panose="020B0604020202020204" pitchFamily="34" charset="0"/>
                  <a:cs typeface="Arial" panose="020B0604020202020204" pitchFamily="34" charset="0"/>
                </a:rPr>
                <a:t>Couple</a:t>
              </a:r>
              <a:endParaRPr lang="zh-CN" altLang="en-US" sz="2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75B822A3-2811-F2B0-488F-3CCE8127877C}"/>
                </a:ext>
              </a:extLst>
            </p:cNvPr>
            <p:cNvCxnSpPr>
              <a:cxnSpLocks/>
              <a:stCxn id="16" idx="2"/>
            </p:cNvCxnSpPr>
            <p:nvPr/>
          </p:nvCxnSpPr>
          <p:spPr>
            <a:xfrm>
              <a:off x="3130319" y="1382439"/>
              <a:ext cx="0" cy="1023378"/>
            </a:xfrm>
            <a:prstGeom prst="straightConnector1">
              <a:avLst/>
            </a:prstGeom>
            <a:ln w="28575">
              <a:prstDash val="sysDot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23829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42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4.81481E-6 L 0.03347 0.00092 " pathEditMode="relative" rAng="0" ptsTypes="AA">
                                      <p:cBhvr>
                                        <p:cTn id="19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67" y="46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35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4.81481E-6 L -0.02917 0.00069 " pathEditMode="relative" rAng="0" ptsTypes="AA">
                                      <p:cBhvr>
                                        <p:cTn id="21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58" y="23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42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1.85185E-6 L 0.02005 0.00093 " pathEditMode="relative" rAng="0" ptsTypes="AA">
                                      <p:cBhvr>
                                        <p:cTn id="23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3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60" grpId="0" animBg="1"/>
      <p:bldP spid="69" grpId="0" animBg="1"/>
      <p:bldP spid="8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034ED3-F69E-4FDF-4BCA-3C316FC47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Comb-line filter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A0FC9F4-77C8-E888-11AA-4D6EAF97D5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89" y="10004"/>
            <a:ext cx="681036" cy="68103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7165A43-F904-28EA-2FF1-B3A452FC97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502" y="975199"/>
            <a:ext cx="3486498" cy="2666146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FE3D7647-6572-AE65-1623-ACA9756A9EC6}"/>
              </a:ext>
            </a:extLst>
          </p:cNvPr>
          <p:cNvGrpSpPr/>
          <p:nvPr/>
        </p:nvGrpSpPr>
        <p:grpSpPr>
          <a:xfrm>
            <a:off x="2426203" y="3900862"/>
            <a:ext cx="2326494" cy="2208789"/>
            <a:chOff x="2309743" y="4104279"/>
            <a:chExt cx="2044673" cy="1941226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402E8037-55D2-3F3F-6FD1-001DD2BEBFF3}"/>
                </a:ext>
              </a:extLst>
            </p:cNvPr>
            <p:cNvGrpSpPr/>
            <p:nvPr/>
          </p:nvGrpSpPr>
          <p:grpSpPr>
            <a:xfrm>
              <a:off x="2310516" y="4104279"/>
              <a:ext cx="2043900" cy="742013"/>
              <a:chOff x="2431580" y="4059308"/>
              <a:chExt cx="2043900" cy="742013"/>
            </a:xfrm>
          </p:grpSpPr>
          <p:sp>
            <p:nvSpPr>
              <p:cNvPr id="8" name="矩形: 圆角 7">
                <a:extLst>
                  <a:ext uri="{FF2B5EF4-FFF2-40B4-BE49-F238E27FC236}">
                    <a16:creationId xmlns:a16="http://schemas.microsoft.com/office/drawing/2014/main" id="{EAE43800-3275-8CFC-B1C5-7A51B23C1AA6}"/>
                  </a:ext>
                </a:extLst>
              </p:cNvPr>
              <p:cNvSpPr/>
              <p:nvPr/>
            </p:nvSpPr>
            <p:spPr>
              <a:xfrm>
                <a:off x="2431580" y="4059308"/>
                <a:ext cx="2043900" cy="457200"/>
              </a:xfrm>
              <a:prstGeom prst="roundRect">
                <a:avLst/>
              </a:prstGeom>
              <a:solidFill>
                <a:srgbClr val="990CA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/>
                  <a:t>Voltage</a:t>
                </a:r>
                <a:endParaRPr lang="zh-CN" altLang="en-US" b="1" dirty="0"/>
              </a:p>
            </p:txBody>
          </p:sp>
          <p:sp>
            <p:nvSpPr>
              <p:cNvPr id="9" name="箭头: 下 8">
                <a:extLst>
                  <a:ext uri="{FF2B5EF4-FFF2-40B4-BE49-F238E27FC236}">
                    <a16:creationId xmlns:a16="http://schemas.microsoft.com/office/drawing/2014/main" id="{0830266A-585F-9B2D-77D3-998FC8E970D9}"/>
                  </a:ext>
                </a:extLst>
              </p:cNvPr>
              <p:cNvSpPr/>
              <p:nvPr/>
            </p:nvSpPr>
            <p:spPr>
              <a:xfrm>
                <a:off x="3290099" y="4516508"/>
                <a:ext cx="326862" cy="284813"/>
              </a:xfrm>
              <a:prstGeom prst="downArrow">
                <a:avLst/>
              </a:prstGeom>
              <a:solidFill>
                <a:srgbClr val="990CA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1BA00990-F62A-7898-6502-4E78AAA2B3B0}"/>
                </a:ext>
              </a:extLst>
            </p:cNvPr>
            <p:cNvGrpSpPr/>
            <p:nvPr/>
          </p:nvGrpSpPr>
          <p:grpSpPr>
            <a:xfrm>
              <a:off x="2309743" y="4846292"/>
              <a:ext cx="2043900" cy="742013"/>
              <a:chOff x="2430807" y="4801321"/>
              <a:chExt cx="2043900" cy="742013"/>
            </a:xfrm>
          </p:grpSpPr>
          <p:sp>
            <p:nvSpPr>
              <p:cNvPr id="10" name="矩形: 圆角 9">
                <a:extLst>
                  <a:ext uri="{FF2B5EF4-FFF2-40B4-BE49-F238E27FC236}">
                    <a16:creationId xmlns:a16="http://schemas.microsoft.com/office/drawing/2014/main" id="{612707A5-A170-8B68-D545-CF7CD8959792}"/>
                  </a:ext>
                </a:extLst>
              </p:cNvPr>
              <p:cNvSpPr/>
              <p:nvPr/>
            </p:nvSpPr>
            <p:spPr>
              <a:xfrm>
                <a:off x="2430807" y="4801321"/>
                <a:ext cx="2043900" cy="457200"/>
              </a:xfrm>
              <a:prstGeom prst="roundRect">
                <a:avLst/>
              </a:prstGeom>
              <a:solidFill>
                <a:srgbClr val="990CA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/>
                  <a:t>Capacitance</a:t>
                </a:r>
                <a:endParaRPr lang="zh-CN" altLang="en-US" b="1" dirty="0"/>
              </a:p>
            </p:txBody>
          </p:sp>
          <p:sp>
            <p:nvSpPr>
              <p:cNvPr id="11" name="箭头: 下 10">
                <a:extLst>
                  <a:ext uri="{FF2B5EF4-FFF2-40B4-BE49-F238E27FC236}">
                    <a16:creationId xmlns:a16="http://schemas.microsoft.com/office/drawing/2014/main" id="{BF9CE622-DBF8-6040-70AC-A59496CCAD40}"/>
                  </a:ext>
                </a:extLst>
              </p:cNvPr>
              <p:cNvSpPr/>
              <p:nvPr/>
            </p:nvSpPr>
            <p:spPr>
              <a:xfrm>
                <a:off x="3290099" y="5258521"/>
                <a:ext cx="326862" cy="284813"/>
              </a:xfrm>
              <a:prstGeom prst="downArrow">
                <a:avLst/>
              </a:prstGeom>
              <a:solidFill>
                <a:srgbClr val="990CA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C8C8BFC2-2930-D507-7B2B-65EF77D2618B}"/>
                </a:ext>
              </a:extLst>
            </p:cNvPr>
            <p:cNvSpPr/>
            <p:nvPr/>
          </p:nvSpPr>
          <p:spPr>
            <a:xfrm>
              <a:off x="2309743" y="5588305"/>
              <a:ext cx="2043900" cy="457200"/>
            </a:xfrm>
            <a:prstGeom prst="roundRect">
              <a:avLst/>
            </a:prstGeom>
            <a:solidFill>
              <a:srgbClr val="990CA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/>
                <a:t>Passband</a:t>
              </a:r>
              <a:endParaRPr lang="zh-CN" altLang="en-US" b="1" dirty="0"/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545A1F26-0961-5B2D-DA97-F6F56562128A}"/>
              </a:ext>
            </a:extLst>
          </p:cNvPr>
          <p:cNvSpPr txBox="1"/>
          <p:nvPr/>
        </p:nvSpPr>
        <p:spPr>
          <a:xfrm>
            <a:off x="5350482" y="4778301"/>
            <a:ext cx="67697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Voltage tuning comb-line filter: </a:t>
            </a:r>
            <a:r>
              <a:rPr lang="en-US" altLang="zh-CN" sz="2400" dirty="0"/>
              <a:t>Adjust the bias voltage to extract signals in different bands.</a:t>
            </a:r>
            <a:endParaRPr lang="zh-CN" altLang="en-US" sz="2400" b="1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BEA66B22-2AF3-F921-3750-44BD4487873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867" r="25124"/>
          <a:stretch/>
        </p:blipFill>
        <p:spPr>
          <a:xfrm>
            <a:off x="6263164" y="3317805"/>
            <a:ext cx="1792664" cy="454605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6111224D-5DD1-CBFA-3272-301C2B437A8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2582"/>
          <a:stretch/>
        </p:blipFill>
        <p:spPr>
          <a:xfrm>
            <a:off x="6332557" y="3291966"/>
            <a:ext cx="1632985" cy="494653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0BBD0AD2-85B7-1A23-1B9D-AFD6FDABA44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54776"/>
          <a:stretch/>
        </p:blipFill>
        <p:spPr>
          <a:xfrm>
            <a:off x="5756802" y="2830023"/>
            <a:ext cx="1994654" cy="487782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95EA1B0D-E8C6-CEC2-FDBB-851A5A5FA67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2582"/>
          <a:stretch/>
        </p:blipFill>
        <p:spPr>
          <a:xfrm>
            <a:off x="9837706" y="2125458"/>
            <a:ext cx="1632985" cy="494653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4CAB5B97-F57C-A725-4999-04E348D73EF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867" r="25124"/>
          <a:stretch/>
        </p:blipFill>
        <p:spPr>
          <a:xfrm>
            <a:off x="9792291" y="2153134"/>
            <a:ext cx="1792664" cy="454605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F4151974-BC9D-FF6A-BD46-2BFB5C6D758B}"/>
              </a:ext>
            </a:extLst>
          </p:cNvPr>
          <p:cNvSpPr/>
          <p:nvPr/>
        </p:nvSpPr>
        <p:spPr>
          <a:xfrm>
            <a:off x="5734154" y="2752320"/>
            <a:ext cx="638964" cy="1079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E01A13C-C2DC-42BF-2515-F3A4CD1152DA}"/>
              </a:ext>
            </a:extLst>
          </p:cNvPr>
          <p:cNvSpPr/>
          <p:nvPr/>
        </p:nvSpPr>
        <p:spPr>
          <a:xfrm>
            <a:off x="9746521" y="1585812"/>
            <a:ext cx="372414" cy="1079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5DC8AC3-1D92-1D76-BD22-E09AC01AEEF8}"/>
              </a:ext>
            </a:extLst>
          </p:cNvPr>
          <p:cNvSpPr/>
          <p:nvPr/>
        </p:nvSpPr>
        <p:spPr>
          <a:xfrm>
            <a:off x="11400472" y="1540819"/>
            <a:ext cx="484840" cy="1079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562CFBE-4B38-E6FA-677A-5B2052166FEF}"/>
              </a:ext>
            </a:extLst>
          </p:cNvPr>
          <p:cNvSpPr/>
          <p:nvPr/>
        </p:nvSpPr>
        <p:spPr>
          <a:xfrm>
            <a:off x="7690528" y="2794482"/>
            <a:ext cx="162909" cy="1079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30C13093-8E60-DDD1-3C2C-1BBBE4EF4A22}"/>
              </a:ext>
            </a:extLst>
          </p:cNvPr>
          <p:cNvCxnSpPr/>
          <p:nvPr/>
        </p:nvCxnSpPr>
        <p:spPr>
          <a:xfrm>
            <a:off x="5019505" y="999536"/>
            <a:ext cx="0" cy="5313532"/>
          </a:xfrm>
          <a:prstGeom prst="line">
            <a:avLst/>
          </a:prstGeom>
          <a:ln w="9525">
            <a:solidFill>
              <a:schemeClr val="bg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E4F05B36-69F1-1C46-9A0A-C46522BE85DD}"/>
              </a:ext>
            </a:extLst>
          </p:cNvPr>
          <p:cNvGrpSpPr/>
          <p:nvPr/>
        </p:nvGrpSpPr>
        <p:grpSpPr>
          <a:xfrm>
            <a:off x="5258008" y="1401478"/>
            <a:ext cx="6167457" cy="2882767"/>
            <a:chOff x="4860194" y="1332179"/>
            <a:chExt cx="6167457" cy="2882767"/>
          </a:xfrm>
        </p:grpSpPr>
        <p:pic>
          <p:nvPicPr>
            <p:cNvPr id="53" name="图片 52" descr="图片包含 图示&#10;&#10;描述已自动生成">
              <a:extLst>
                <a:ext uri="{FF2B5EF4-FFF2-40B4-BE49-F238E27FC236}">
                  <a16:creationId xmlns:a16="http://schemas.microsoft.com/office/drawing/2014/main" id="{CCC930CD-0ABD-C513-04B8-6145C6EC6CE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60194" y="1332179"/>
              <a:ext cx="6167457" cy="2882767"/>
            </a:xfrm>
            <a:prstGeom prst="rect">
              <a:avLst/>
            </a:prstGeom>
          </p:spPr>
        </p:pic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B0079A00-C23D-DD2D-CB69-E63C687ABB42}"/>
                </a:ext>
              </a:extLst>
            </p:cNvPr>
            <p:cNvSpPr/>
            <p:nvPr/>
          </p:nvSpPr>
          <p:spPr>
            <a:xfrm>
              <a:off x="10094107" y="3262733"/>
              <a:ext cx="933543" cy="952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59D63207-65C1-A5A3-63D9-5CD4C5977072}"/>
              </a:ext>
            </a:extLst>
          </p:cNvPr>
          <p:cNvGrpSpPr/>
          <p:nvPr/>
        </p:nvGrpSpPr>
        <p:grpSpPr>
          <a:xfrm>
            <a:off x="265949" y="3692030"/>
            <a:ext cx="2083361" cy="2588140"/>
            <a:chOff x="287367" y="3804475"/>
            <a:chExt cx="1803950" cy="2241030"/>
          </a:xfrm>
        </p:grpSpPr>
        <p:pic>
          <p:nvPicPr>
            <p:cNvPr id="6" name="图片 5" descr="图片包含 应用程序&#10;&#10;描述已自动生成">
              <a:extLst>
                <a:ext uri="{FF2B5EF4-FFF2-40B4-BE49-F238E27FC236}">
                  <a16:creationId xmlns:a16="http://schemas.microsoft.com/office/drawing/2014/main" id="{E6719118-7E64-7FB5-82D7-5ABFC4B02CC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7367" y="3804475"/>
              <a:ext cx="1803950" cy="2241030"/>
            </a:xfrm>
            <a:prstGeom prst="rect">
              <a:avLst/>
            </a:prstGeom>
          </p:spPr>
        </p:pic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525B35FE-7112-28FC-9C14-E59916F2DB8B}"/>
                </a:ext>
              </a:extLst>
            </p:cNvPr>
            <p:cNvCxnSpPr/>
            <p:nvPr/>
          </p:nvCxnSpPr>
          <p:spPr>
            <a:xfrm>
              <a:off x="464695" y="5209082"/>
              <a:ext cx="569626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2740860F-5DF5-BE45-EB03-5322CD00D459}"/>
                </a:ext>
              </a:extLst>
            </p:cNvPr>
            <p:cNvSpPr txBox="1"/>
            <p:nvPr/>
          </p:nvSpPr>
          <p:spPr>
            <a:xfrm>
              <a:off x="381652" y="4808972"/>
              <a:ext cx="7357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cs typeface="Arial" panose="020B0604020202020204" pitchFamily="34" charset="0"/>
                </a:rPr>
                <a:t>nA</a:t>
              </a:r>
              <a:endParaRPr lang="zh-CN" altLang="en-US" sz="2000" b="1" dirty="0">
                <a:cs typeface="Arial" panose="020B0604020202020204" pitchFamily="34" charset="0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2377ED85-E389-BC60-BF3D-DC569F06DB06}"/>
              </a:ext>
            </a:extLst>
          </p:cNvPr>
          <p:cNvGrpSpPr/>
          <p:nvPr/>
        </p:nvGrpSpPr>
        <p:grpSpPr>
          <a:xfrm>
            <a:off x="10422971" y="3444119"/>
            <a:ext cx="947021" cy="858323"/>
            <a:chOff x="10025157" y="3374820"/>
            <a:chExt cx="947021" cy="858323"/>
          </a:xfrm>
        </p:grpSpPr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84AEC2CB-61C7-E66B-0634-55EE964AFDB9}"/>
                </a:ext>
              </a:extLst>
            </p:cNvPr>
            <p:cNvSpPr txBox="1"/>
            <p:nvPr/>
          </p:nvSpPr>
          <p:spPr>
            <a:xfrm>
              <a:off x="10025157" y="3857668"/>
              <a:ext cx="947021" cy="3754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94191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V1</a:t>
              </a:r>
              <a:endParaRPr lang="zh-CN" altLang="en-US" dirty="0">
                <a:solidFill>
                  <a:srgbClr val="94191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箭头: 下 42">
              <a:extLst>
                <a:ext uri="{FF2B5EF4-FFF2-40B4-BE49-F238E27FC236}">
                  <a16:creationId xmlns:a16="http://schemas.microsoft.com/office/drawing/2014/main" id="{C920D6D6-1FAC-4F3A-3823-8B953342010E}"/>
                </a:ext>
              </a:extLst>
            </p:cNvPr>
            <p:cNvSpPr/>
            <p:nvPr/>
          </p:nvSpPr>
          <p:spPr>
            <a:xfrm rot="10800000">
              <a:off x="10168827" y="3374820"/>
              <a:ext cx="121982" cy="492340"/>
            </a:xfrm>
            <a:prstGeom prst="downArrow">
              <a:avLst>
                <a:gd name="adj1" fmla="val 22630"/>
                <a:gd name="adj2" fmla="val 108518"/>
              </a:avLst>
            </a:prstGeom>
            <a:solidFill>
              <a:srgbClr val="9419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62CCCE18-82B2-0702-CC67-D8CC81D1278C}"/>
              </a:ext>
            </a:extLst>
          </p:cNvPr>
          <p:cNvGrpSpPr/>
          <p:nvPr/>
        </p:nvGrpSpPr>
        <p:grpSpPr>
          <a:xfrm>
            <a:off x="10422970" y="3444119"/>
            <a:ext cx="947021" cy="867802"/>
            <a:chOff x="10025157" y="3374820"/>
            <a:chExt cx="947021" cy="858323"/>
          </a:xfrm>
        </p:grpSpPr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F414E055-A032-6F31-7074-9016CC8A830F}"/>
                </a:ext>
              </a:extLst>
            </p:cNvPr>
            <p:cNvSpPr txBox="1"/>
            <p:nvPr/>
          </p:nvSpPr>
          <p:spPr>
            <a:xfrm>
              <a:off x="10025157" y="3857668"/>
              <a:ext cx="947021" cy="3754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174E8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V2</a:t>
              </a:r>
              <a:endParaRPr lang="zh-CN" altLang="en-US" dirty="0">
                <a:solidFill>
                  <a:srgbClr val="174E8B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箭头: 下 48">
              <a:extLst>
                <a:ext uri="{FF2B5EF4-FFF2-40B4-BE49-F238E27FC236}">
                  <a16:creationId xmlns:a16="http://schemas.microsoft.com/office/drawing/2014/main" id="{A4C80CB4-0FDF-A573-51FC-1AB4470608B1}"/>
                </a:ext>
              </a:extLst>
            </p:cNvPr>
            <p:cNvSpPr/>
            <p:nvPr/>
          </p:nvSpPr>
          <p:spPr>
            <a:xfrm rot="10800000">
              <a:off x="10168827" y="3374820"/>
              <a:ext cx="121982" cy="492340"/>
            </a:xfrm>
            <a:prstGeom prst="downArrow">
              <a:avLst>
                <a:gd name="adj1" fmla="val 22630"/>
                <a:gd name="adj2" fmla="val 108518"/>
              </a:avLst>
            </a:prstGeom>
            <a:solidFill>
              <a:srgbClr val="174E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64785D57-9E0B-8B6B-2A9C-761BD0E3A174}"/>
              </a:ext>
            </a:extLst>
          </p:cNvPr>
          <p:cNvSpPr txBox="1"/>
          <p:nvPr/>
        </p:nvSpPr>
        <p:spPr>
          <a:xfrm>
            <a:off x="10654961" y="3467551"/>
            <a:ext cx="849665" cy="462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cs typeface="Arial" panose="020B0604020202020204" pitchFamily="34" charset="0"/>
              </a:rPr>
              <a:t>nA</a:t>
            </a:r>
            <a:endParaRPr lang="zh-CN" altLang="en-US" sz="2000" b="1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626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4.81481E-6 L 0.03347 0.00092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67" y="46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5" presetClass="path" presetSubtype="0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2.96296E-6 L 0.02018 -0.00047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3" y="-23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1.48148E-6 L -0.02019 0.0004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16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5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2.96296E-6 L -0.0194 0.00023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7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42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7037E-7 L 0.02005 0.00093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3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034ED3-F69E-4FDF-4BCA-3C316FC47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Signal comparison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A0FC9F4-77C8-E888-11AA-4D6EAF97D5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89" y="10004"/>
            <a:ext cx="681036" cy="681036"/>
          </a:xfrm>
          <a:prstGeom prst="rect">
            <a:avLst/>
          </a:prstGeom>
        </p:spPr>
      </p:pic>
      <p:pic>
        <p:nvPicPr>
          <p:cNvPr id="6" name="图片 5" descr="图示&#10;&#10;描述已自动生成">
            <a:extLst>
              <a:ext uri="{FF2B5EF4-FFF2-40B4-BE49-F238E27FC236}">
                <a16:creationId xmlns:a16="http://schemas.microsoft.com/office/drawing/2014/main" id="{96198A04-1373-A204-8AB9-1B8C3CA20B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521" y="1967734"/>
            <a:ext cx="5131427" cy="1800000"/>
          </a:xfrm>
          <a:prstGeom prst="rect">
            <a:avLst/>
          </a:prstGeom>
        </p:spPr>
      </p:pic>
      <p:pic>
        <p:nvPicPr>
          <p:cNvPr id="8" name="图片 7" descr="手机屏幕的截图&#10;&#10;中度可信度描述已自动生成">
            <a:extLst>
              <a:ext uri="{FF2B5EF4-FFF2-40B4-BE49-F238E27FC236}">
                <a16:creationId xmlns:a16="http://schemas.microsoft.com/office/drawing/2014/main" id="{6042DFC0-51D2-5B04-9B7F-07C2F18E00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3616" y="1967734"/>
            <a:ext cx="5131428" cy="1800000"/>
          </a:xfrm>
          <a:prstGeom prst="rect">
            <a:avLst/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5A8AF71E-D550-6C01-2E06-2F11E57AE11D}"/>
              </a:ext>
            </a:extLst>
          </p:cNvPr>
          <p:cNvSpPr/>
          <p:nvPr/>
        </p:nvSpPr>
        <p:spPr>
          <a:xfrm>
            <a:off x="369126" y="1310203"/>
            <a:ext cx="5556218" cy="2789357"/>
          </a:xfrm>
          <a:prstGeom prst="roundRect">
            <a:avLst>
              <a:gd name="adj" fmla="val 5740"/>
            </a:avLst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顶角 9">
            <a:extLst>
              <a:ext uri="{FF2B5EF4-FFF2-40B4-BE49-F238E27FC236}">
                <a16:creationId xmlns:a16="http://schemas.microsoft.com/office/drawing/2014/main" id="{D01CCA2A-F97A-0779-07DB-C83B78FF627C}"/>
              </a:ext>
            </a:extLst>
          </p:cNvPr>
          <p:cNvSpPr/>
          <p:nvPr/>
        </p:nvSpPr>
        <p:spPr>
          <a:xfrm>
            <a:off x="369125" y="1310203"/>
            <a:ext cx="5556217" cy="40190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6087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2200" b="1" dirty="0"/>
              <a:t>Step 1: Charge</a:t>
            </a:r>
            <a:endParaRPr lang="zh-CN" altLang="en-US" sz="2200" b="1" dirty="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F457D6F-D735-BDE7-71DE-31D0C5EF2D62}"/>
              </a:ext>
            </a:extLst>
          </p:cNvPr>
          <p:cNvSpPr/>
          <p:nvPr/>
        </p:nvSpPr>
        <p:spPr>
          <a:xfrm>
            <a:off x="6266659" y="1310203"/>
            <a:ext cx="5556218" cy="2789357"/>
          </a:xfrm>
          <a:prstGeom prst="roundRect">
            <a:avLst>
              <a:gd name="adj" fmla="val 5740"/>
            </a:avLst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顶角 11">
            <a:extLst>
              <a:ext uri="{FF2B5EF4-FFF2-40B4-BE49-F238E27FC236}">
                <a16:creationId xmlns:a16="http://schemas.microsoft.com/office/drawing/2014/main" id="{06495946-16F0-B80F-91BA-F1E4A13B12CC}"/>
              </a:ext>
            </a:extLst>
          </p:cNvPr>
          <p:cNvSpPr/>
          <p:nvPr/>
        </p:nvSpPr>
        <p:spPr>
          <a:xfrm>
            <a:off x="6266658" y="1310203"/>
            <a:ext cx="5556217" cy="40190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6087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2200" b="1" dirty="0"/>
              <a:t>Step2: Compare</a:t>
            </a:r>
            <a:endParaRPr lang="zh-CN" altLang="en-US" sz="2200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A947E98-475C-72FD-EEAE-6FAE2EFA99F6}"/>
              </a:ext>
            </a:extLst>
          </p:cNvPr>
          <p:cNvSpPr txBox="1"/>
          <p:nvPr/>
        </p:nvSpPr>
        <p:spPr>
          <a:xfrm>
            <a:off x="1256620" y="4780554"/>
            <a:ext cx="9671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Two-step comparison: </a:t>
            </a:r>
            <a:r>
              <a:rPr lang="en-US" altLang="zh-CN" sz="2400" dirty="0"/>
              <a:t>extract signals from two bands, store the detection voltage of the previous one and compare it with the next one.</a:t>
            </a:r>
            <a:endParaRPr lang="zh-CN" altLang="en-US" sz="2400" dirty="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1A8E916-D09D-974C-6E6D-89F8065D3448}"/>
              </a:ext>
            </a:extLst>
          </p:cNvPr>
          <p:cNvSpPr/>
          <p:nvPr/>
        </p:nvSpPr>
        <p:spPr>
          <a:xfrm>
            <a:off x="770776" y="4573943"/>
            <a:ext cx="10643033" cy="1244221"/>
          </a:xfrm>
          <a:prstGeom prst="roundRect">
            <a:avLst>
              <a:gd name="adj" fmla="val 24113"/>
            </a:avLst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0133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186BC3-0EE5-798D-D15B-847F61DB1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Challenge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BA11734-3CC6-3ED1-CE61-D68ED0F0CA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89" y="10004"/>
            <a:ext cx="681036" cy="681036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6C3D4255-7C32-D64A-A53B-B0E884C97DBE}"/>
              </a:ext>
            </a:extLst>
          </p:cNvPr>
          <p:cNvSpPr/>
          <p:nvPr/>
        </p:nvSpPr>
        <p:spPr>
          <a:xfrm>
            <a:off x="8200877" y="1252029"/>
            <a:ext cx="3813734" cy="4873779"/>
          </a:xfrm>
          <a:prstGeom prst="roundRect">
            <a:avLst>
              <a:gd name="adj" fmla="val 5740"/>
            </a:avLst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顶角 8">
            <a:extLst>
              <a:ext uri="{FF2B5EF4-FFF2-40B4-BE49-F238E27FC236}">
                <a16:creationId xmlns:a16="http://schemas.microsoft.com/office/drawing/2014/main" id="{4A250832-1F50-13FC-FB92-C2229466B4D6}"/>
              </a:ext>
            </a:extLst>
          </p:cNvPr>
          <p:cNvSpPr/>
          <p:nvPr/>
        </p:nvSpPr>
        <p:spPr>
          <a:xfrm>
            <a:off x="8200878" y="1252028"/>
            <a:ext cx="3813732" cy="37673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6087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b="1" dirty="0"/>
              <a:t>Challenge 3</a:t>
            </a:r>
            <a:endParaRPr lang="zh-CN" altLang="en-US" b="1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AE36628-AA06-8242-62E2-84AE324B88A1}"/>
              </a:ext>
            </a:extLst>
          </p:cNvPr>
          <p:cNvSpPr txBox="1"/>
          <p:nvPr/>
        </p:nvSpPr>
        <p:spPr>
          <a:xfrm>
            <a:off x="8197290" y="1792773"/>
            <a:ext cx="38137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How to control the reflection power in a dynamic channel? </a:t>
            </a:r>
            <a:endParaRPr lang="zh-CN" altLang="en-US" sz="2200" dirty="0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1CE9E1B0-4B52-D966-C90B-E383F4A9D121}"/>
              </a:ext>
            </a:extLst>
          </p:cNvPr>
          <p:cNvSpPr/>
          <p:nvPr/>
        </p:nvSpPr>
        <p:spPr>
          <a:xfrm>
            <a:off x="214886" y="1252029"/>
            <a:ext cx="3813736" cy="4873779"/>
          </a:xfrm>
          <a:prstGeom prst="roundRect">
            <a:avLst>
              <a:gd name="adj" fmla="val 5740"/>
            </a:avLst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顶角 4">
            <a:extLst>
              <a:ext uri="{FF2B5EF4-FFF2-40B4-BE49-F238E27FC236}">
                <a16:creationId xmlns:a16="http://schemas.microsoft.com/office/drawing/2014/main" id="{E11432D9-E34A-C340-3438-4E456413B6B2}"/>
              </a:ext>
            </a:extLst>
          </p:cNvPr>
          <p:cNvSpPr/>
          <p:nvPr/>
        </p:nvSpPr>
        <p:spPr>
          <a:xfrm>
            <a:off x="214885" y="1252028"/>
            <a:ext cx="3813736" cy="37673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6087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b="1" dirty="0"/>
              <a:t>Challenge 1</a:t>
            </a:r>
            <a:endParaRPr lang="zh-CN" altLang="en-US" b="1" dirty="0"/>
          </a:p>
        </p:txBody>
      </p:sp>
      <p:pic>
        <p:nvPicPr>
          <p:cNvPr id="12" name="图片 11" descr="文本&#10;&#10;中度可信度描述已自动生成">
            <a:extLst>
              <a:ext uri="{FF2B5EF4-FFF2-40B4-BE49-F238E27FC236}">
                <a16:creationId xmlns:a16="http://schemas.microsoft.com/office/drawing/2014/main" id="{F2D9489C-9E60-8619-5AEF-9E7C3B28E8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97"/>
          <a:stretch/>
        </p:blipFill>
        <p:spPr>
          <a:xfrm>
            <a:off x="993425" y="2853003"/>
            <a:ext cx="2424880" cy="2920000"/>
          </a:xfrm>
          <a:prstGeom prst="rect">
            <a:avLst/>
          </a:prstGeom>
        </p:spPr>
      </p:pic>
      <p:pic>
        <p:nvPicPr>
          <p:cNvPr id="13" name="图片 12" descr="徽标, 公司名称&#10;&#10;描述已自动生成">
            <a:extLst>
              <a:ext uri="{FF2B5EF4-FFF2-40B4-BE49-F238E27FC236}">
                <a16:creationId xmlns:a16="http://schemas.microsoft.com/office/drawing/2014/main" id="{FF377188-CA97-CF52-ED0B-F968EFDE2F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8580" y="2816334"/>
            <a:ext cx="2321409" cy="305535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ABB66DF8-9728-8EA5-620A-FB3012DFF9B7}"/>
              </a:ext>
            </a:extLst>
          </p:cNvPr>
          <p:cNvSpPr txBox="1"/>
          <p:nvPr/>
        </p:nvSpPr>
        <p:spPr>
          <a:xfrm>
            <a:off x="211300" y="1792773"/>
            <a:ext cx="38096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How to select the strongest band with limited power?</a:t>
            </a:r>
            <a:endParaRPr lang="zh-CN" altLang="en-US" sz="220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95D24BD-7BC1-7DA1-A94D-DCA74893B51E}"/>
              </a:ext>
            </a:extLst>
          </p:cNvPr>
          <p:cNvSpPr/>
          <p:nvPr/>
        </p:nvSpPr>
        <p:spPr>
          <a:xfrm>
            <a:off x="0" y="691040"/>
            <a:ext cx="12192000" cy="6156956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2371C16-F4E3-CD8E-F758-AFCC21A59453}"/>
              </a:ext>
            </a:extLst>
          </p:cNvPr>
          <p:cNvSpPr/>
          <p:nvPr/>
        </p:nvSpPr>
        <p:spPr>
          <a:xfrm>
            <a:off x="4207884" y="1252029"/>
            <a:ext cx="3813735" cy="4873779"/>
          </a:xfrm>
          <a:prstGeom prst="roundRect">
            <a:avLst>
              <a:gd name="adj" fmla="val 5740"/>
            </a:avLst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顶角 6">
            <a:extLst>
              <a:ext uri="{FF2B5EF4-FFF2-40B4-BE49-F238E27FC236}">
                <a16:creationId xmlns:a16="http://schemas.microsoft.com/office/drawing/2014/main" id="{DCFD3936-4AD1-F829-8ADD-F979C53DD733}"/>
              </a:ext>
            </a:extLst>
          </p:cNvPr>
          <p:cNvSpPr/>
          <p:nvPr/>
        </p:nvSpPr>
        <p:spPr>
          <a:xfrm>
            <a:off x="4207882" y="1252028"/>
            <a:ext cx="3813736" cy="37673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6087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b="1" dirty="0"/>
              <a:t>Challenge 2</a:t>
            </a:r>
            <a:endParaRPr lang="zh-CN" altLang="en-US" b="1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387A3E3-8C78-99E6-B21B-99A90FAEA925}"/>
              </a:ext>
            </a:extLst>
          </p:cNvPr>
          <p:cNvSpPr txBox="1"/>
          <p:nvPr/>
        </p:nvSpPr>
        <p:spPr>
          <a:xfrm>
            <a:off x="4357323" y="1792773"/>
            <a:ext cx="34773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How to generate reflection signals in a specific band?</a:t>
            </a:r>
            <a:endParaRPr lang="zh-CN" altLang="en-US" sz="2200" dirty="0"/>
          </a:p>
        </p:txBody>
      </p:sp>
      <p:pic>
        <p:nvPicPr>
          <p:cNvPr id="26" name="图片 25" descr="图片包含 徽标&#10;&#10;描述已自动生成">
            <a:extLst>
              <a:ext uri="{FF2B5EF4-FFF2-40B4-BE49-F238E27FC236}">
                <a16:creationId xmlns:a16="http://schemas.microsoft.com/office/drawing/2014/main" id="{7DD7DD2D-87D4-B19C-56FD-C1E42F32D1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3021" y="2853003"/>
            <a:ext cx="2096413" cy="2948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447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C6F627-2D66-746E-63C0-C422D2AC9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Frequency-selective backscatter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3089A05-8905-9A77-8751-31D638F346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89" y="10004"/>
            <a:ext cx="681036" cy="681036"/>
          </a:xfrm>
          <a:prstGeom prst="rect">
            <a:avLst/>
          </a:prstGeom>
        </p:spPr>
      </p:pic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911F0FD6-E828-66D1-05D0-82C78662C22A}"/>
              </a:ext>
            </a:extLst>
          </p:cNvPr>
          <p:cNvSpPr/>
          <p:nvPr/>
        </p:nvSpPr>
        <p:spPr>
          <a:xfrm>
            <a:off x="814389" y="4831400"/>
            <a:ext cx="10643033" cy="1244221"/>
          </a:xfrm>
          <a:prstGeom prst="roundRect">
            <a:avLst>
              <a:gd name="adj" fmla="val 24113"/>
            </a:avLst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B93C1A0-5928-6537-F088-2F4153C32858}"/>
              </a:ext>
            </a:extLst>
          </p:cNvPr>
          <p:cNvSpPr txBox="1"/>
          <p:nvPr/>
        </p:nvSpPr>
        <p:spPr>
          <a:xfrm>
            <a:off x="1230855" y="5038011"/>
            <a:ext cx="9810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Apply </a:t>
            </a:r>
            <a:r>
              <a:rPr lang="en-US" altLang="zh-CN" sz="2400" u="sng" dirty="0"/>
              <a:t>distinct RF operations</a:t>
            </a:r>
            <a:r>
              <a:rPr lang="en-US" altLang="zh-CN" sz="2400" dirty="0"/>
              <a:t> to signals in different frequency bands to achieve the frequency-selective reflection.</a:t>
            </a:r>
            <a:endParaRPr lang="zh-CN" altLang="en-US" sz="2400" dirty="0"/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3F0B3C91-8622-20B5-3EDD-0B85DB6E7A14}"/>
              </a:ext>
            </a:extLst>
          </p:cNvPr>
          <p:cNvGrpSpPr/>
          <p:nvPr/>
        </p:nvGrpSpPr>
        <p:grpSpPr>
          <a:xfrm>
            <a:off x="1084401" y="1927069"/>
            <a:ext cx="4139058" cy="2263307"/>
            <a:chOff x="1353739" y="1864909"/>
            <a:chExt cx="4139058" cy="2263307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A80F38ED-B137-91FE-E39D-94D220CC7586}"/>
                </a:ext>
              </a:extLst>
            </p:cNvPr>
            <p:cNvGrpSpPr/>
            <p:nvPr/>
          </p:nvGrpSpPr>
          <p:grpSpPr>
            <a:xfrm>
              <a:off x="1353739" y="1864909"/>
              <a:ext cx="4139058" cy="2160000"/>
              <a:chOff x="1285159" y="2064049"/>
              <a:chExt cx="4139058" cy="2160000"/>
            </a:xfrm>
          </p:grpSpPr>
          <p:pic>
            <p:nvPicPr>
              <p:cNvPr id="25" name="图片 24" descr="文本&#10;&#10;中度可信度描述已自动生成">
                <a:extLst>
                  <a:ext uri="{FF2B5EF4-FFF2-40B4-BE49-F238E27FC236}">
                    <a16:creationId xmlns:a16="http://schemas.microsoft.com/office/drawing/2014/main" id="{EF5956C1-A808-7E39-633E-C12847931E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85159" y="2064049"/>
                <a:ext cx="4139058" cy="2160000"/>
              </a:xfrm>
              <a:prstGeom prst="rect">
                <a:avLst/>
              </a:prstGeom>
            </p:spPr>
          </p:pic>
          <p:sp>
            <p:nvSpPr>
              <p:cNvPr id="27" name="箭头: 左弧形 26">
                <a:extLst>
                  <a:ext uri="{FF2B5EF4-FFF2-40B4-BE49-F238E27FC236}">
                    <a16:creationId xmlns:a16="http://schemas.microsoft.com/office/drawing/2014/main" id="{9313FCD9-AA20-6AF2-3C33-D923C27F074E}"/>
                  </a:ext>
                </a:extLst>
              </p:cNvPr>
              <p:cNvSpPr/>
              <p:nvPr/>
            </p:nvSpPr>
            <p:spPr>
              <a:xfrm>
                <a:off x="4084321" y="2778711"/>
                <a:ext cx="678180" cy="730675"/>
              </a:xfrm>
              <a:prstGeom prst="curvedRightArrow">
                <a:avLst>
                  <a:gd name="adj1" fmla="val 13583"/>
                  <a:gd name="adj2" fmla="val 37541"/>
                  <a:gd name="adj3" fmla="val 25000"/>
                </a:avLst>
              </a:prstGeom>
              <a:solidFill>
                <a:srgbClr val="1D559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3FDD5660-C6C4-41F9-F6A2-6E26C49F4348}"/>
                </a:ext>
              </a:extLst>
            </p:cNvPr>
            <p:cNvSpPr txBox="1"/>
            <p:nvPr/>
          </p:nvSpPr>
          <p:spPr>
            <a:xfrm>
              <a:off x="2648879" y="3758884"/>
              <a:ext cx="18133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Comb-line Filter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9D2EB294-F8F2-9389-A6F4-8278E30034CB}"/>
              </a:ext>
            </a:extLst>
          </p:cNvPr>
          <p:cNvGrpSpPr/>
          <p:nvPr/>
        </p:nvGrpSpPr>
        <p:grpSpPr>
          <a:xfrm>
            <a:off x="6921732" y="1927069"/>
            <a:ext cx="4196445" cy="2261177"/>
            <a:chOff x="6440124" y="1864909"/>
            <a:chExt cx="4196445" cy="2261177"/>
          </a:xfrm>
        </p:grpSpPr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71BC8255-84F3-03C1-897B-1FBB323AD10B}"/>
                </a:ext>
              </a:extLst>
            </p:cNvPr>
            <p:cNvGrpSpPr/>
            <p:nvPr/>
          </p:nvGrpSpPr>
          <p:grpSpPr>
            <a:xfrm>
              <a:off x="6440124" y="1864909"/>
              <a:ext cx="4196445" cy="2160000"/>
              <a:chOff x="6432504" y="1995448"/>
              <a:chExt cx="4196445" cy="2160000"/>
            </a:xfrm>
          </p:grpSpPr>
          <p:pic>
            <p:nvPicPr>
              <p:cNvPr id="18" name="图片 17" descr="文本&#10;&#10;描述已自动生成">
                <a:extLst>
                  <a:ext uri="{FF2B5EF4-FFF2-40B4-BE49-F238E27FC236}">
                    <a16:creationId xmlns:a16="http://schemas.microsoft.com/office/drawing/2014/main" id="{D257C368-20CF-579C-5CCA-24284A17E0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32504" y="1995448"/>
                <a:ext cx="4196445" cy="2160000"/>
              </a:xfrm>
              <a:prstGeom prst="rect">
                <a:avLst/>
              </a:prstGeom>
            </p:spPr>
          </p:pic>
          <p:sp>
            <p:nvSpPr>
              <p:cNvPr id="31" name="箭头: 手杖形 30">
                <a:extLst>
                  <a:ext uri="{FF2B5EF4-FFF2-40B4-BE49-F238E27FC236}">
                    <a16:creationId xmlns:a16="http://schemas.microsoft.com/office/drawing/2014/main" id="{7EE87340-F742-A14E-CC85-1FD617C86587}"/>
                  </a:ext>
                </a:extLst>
              </p:cNvPr>
              <p:cNvSpPr/>
              <p:nvPr/>
            </p:nvSpPr>
            <p:spPr>
              <a:xfrm rot="16200000" flipH="1">
                <a:off x="8432407" y="2219567"/>
                <a:ext cx="684957" cy="1947276"/>
              </a:xfrm>
              <a:prstGeom prst="uturnArrow">
                <a:avLst>
                  <a:gd name="adj1" fmla="val 14657"/>
                  <a:gd name="adj2" fmla="val 18106"/>
                  <a:gd name="adj3" fmla="val 18263"/>
                  <a:gd name="adj4" fmla="val 43750"/>
                  <a:gd name="adj5" fmla="val 73942"/>
                </a:avLst>
              </a:prstGeom>
              <a:solidFill>
                <a:srgbClr val="98092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F7FB1912-D087-B344-D531-FE5A12BEA423}"/>
                </a:ext>
              </a:extLst>
            </p:cNvPr>
            <p:cNvSpPr txBox="1"/>
            <p:nvPr/>
          </p:nvSpPr>
          <p:spPr>
            <a:xfrm>
              <a:off x="7652097" y="3756754"/>
              <a:ext cx="18133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Comb-line Filter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70EB35FC-6348-034C-AD9A-95338F2B6C10}"/>
              </a:ext>
            </a:extLst>
          </p:cNvPr>
          <p:cNvSpPr/>
          <p:nvPr/>
        </p:nvSpPr>
        <p:spPr>
          <a:xfrm>
            <a:off x="6262257" y="1279869"/>
            <a:ext cx="5556218" cy="3255735"/>
          </a:xfrm>
          <a:prstGeom prst="roundRect">
            <a:avLst>
              <a:gd name="adj" fmla="val 5740"/>
            </a:avLst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: 圆顶角 48">
            <a:extLst>
              <a:ext uri="{FF2B5EF4-FFF2-40B4-BE49-F238E27FC236}">
                <a16:creationId xmlns:a16="http://schemas.microsoft.com/office/drawing/2014/main" id="{9A710252-D9CB-65B9-F58F-A5C3D5452631}"/>
              </a:ext>
            </a:extLst>
          </p:cNvPr>
          <p:cNvSpPr/>
          <p:nvPr/>
        </p:nvSpPr>
        <p:spPr>
          <a:xfrm>
            <a:off x="6262256" y="1279869"/>
            <a:ext cx="5556217" cy="40190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6087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2000" b="1" dirty="0"/>
              <a:t>In band: Modulate &amp; reflect</a:t>
            </a:r>
            <a:endParaRPr lang="zh-CN" altLang="en-US" sz="2000" b="1" dirty="0"/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E7E1F841-421F-EC55-259E-B0E3C78DA937}"/>
              </a:ext>
            </a:extLst>
          </p:cNvPr>
          <p:cNvSpPr/>
          <p:nvPr/>
        </p:nvSpPr>
        <p:spPr>
          <a:xfrm>
            <a:off x="420630" y="1279869"/>
            <a:ext cx="5556218" cy="3255735"/>
          </a:xfrm>
          <a:prstGeom prst="roundRect">
            <a:avLst>
              <a:gd name="adj" fmla="val 5740"/>
            </a:avLst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: 圆顶角 50">
            <a:extLst>
              <a:ext uri="{FF2B5EF4-FFF2-40B4-BE49-F238E27FC236}">
                <a16:creationId xmlns:a16="http://schemas.microsoft.com/office/drawing/2014/main" id="{C5D929AE-70EC-C64F-DB45-3B2012378A6E}"/>
              </a:ext>
            </a:extLst>
          </p:cNvPr>
          <p:cNvSpPr/>
          <p:nvPr/>
        </p:nvSpPr>
        <p:spPr>
          <a:xfrm>
            <a:off x="420629" y="1279869"/>
            <a:ext cx="5556217" cy="40190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6087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2000" b="1" dirty="0"/>
              <a:t>Out of band: Reflect directly</a:t>
            </a:r>
            <a:endParaRPr lang="zh-CN" altLang="en-US" sz="2000" b="1" dirty="0"/>
          </a:p>
        </p:txBody>
      </p:sp>
      <p:pic>
        <p:nvPicPr>
          <p:cNvPr id="56" name="图片 55">
            <a:extLst>
              <a:ext uri="{FF2B5EF4-FFF2-40B4-BE49-F238E27FC236}">
                <a16:creationId xmlns:a16="http://schemas.microsoft.com/office/drawing/2014/main" id="{0C6F2955-8820-9343-BE1B-D4B5A097F1B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4748"/>
          <a:stretch/>
        </p:blipFill>
        <p:spPr>
          <a:xfrm>
            <a:off x="6824649" y="2382755"/>
            <a:ext cx="721549" cy="307693"/>
          </a:xfrm>
          <a:prstGeom prst="rect">
            <a:avLst/>
          </a:prstGeom>
        </p:spPr>
      </p:pic>
      <p:sp>
        <p:nvSpPr>
          <p:cNvPr id="57" name="文本框 56">
            <a:extLst>
              <a:ext uri="{FF2B5EF4-FFF2-40B4-BE49-F238E27FC236}">
                <a16:creationId xmlns:a16="http://schemas.microsoft.com/office/drawing/2014/main" id="{41544D4F-8D64-3A50-485C-0D7C7ED66576}"/>
              </a:ext>
            </a:extLst>
          </p:cNvPr>
          <p:cNvSpPr txBox="1"/>
          <p:nvPr/>
        </p:nvSpPr>
        <p:spPr>
          <a:xfrm>
            <a:off x="6456738" y="1816801"/>
            <a:ext cx="8451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rgbClr val="0056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</a:p>
          <a:p>
            <a:r>
              <a:rPr lang="en-US" altLang="zh-CN" sz="1600" dirty="0">
                <a:solidFill>
                  <a:srgbClr val="0056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</a:t>
            </a:r>
            <a:endParaRPr lang="zh-CN" altLang="en-US" sz="1600" dirty="0">
              <a:solidFill>
                <a:srgbClr val="00560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弧形 57">
            <a:extLst>
              <a:ext uri="{FF2B5EF4-FFF2-40B4-BE49-F238E27FC236}">
                <a16:creationId xmlns:a16="http://schemas.microsoft.com/office/drawing/2014/main" id="{1E1C1558-9BA5-DA13-E211-327459195BB5}"/>
              </a:ext>
            </a:extLst>
          </p:cNvPr>
          <p:cNvSpPr/>
          <p:nvPr/>
        </p:nvSpPr>
        <p:spPr>
          <a:xfrm>
            <a:off x="7328317" y="2532980"/>
            <a:ext cx="521549" cy="521549"/>
          </a:xfrm>
          <a:prstGeom prst="arc">
            <a:avLst/>
          </a:prstGeom>
          <a:ln w="28575">
            <a:solidFill>
              <a:srgbClr val="00560A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9246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3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7.40741E-7 L 0.05052 -0.00023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26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8" grpId="0" animBg="1"/>
      <p:bldP spid="49" grpId="0" animBg="1"/>
      <p:bldP spid="50" grpId="0" animBg="1"/>
      <p:bldP spid="5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186BC3-0EE5-798D-D15B-847F61DB1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Challenge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BA11734-3CC6-3ED1-CE61-D68ED0F0CA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89" y="10004"/>
            <a:ext cx="681036" cy="681036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82371C16-F4E3-CD8E-F758-AFCC21A59453}"/>
              </a:ext>
            </a:extLst>
          </p:cNvPr>
          <p:cNvSpPr/>
          <p:nvPr/>
        </p:nvSpPr>
        <p:spPr>
          <a:xfrm>
            <a:off x="4207884" y="1252029"/>
            <a:ext cx="3813735" cy="4873779"/>
          </a:xfrm>
          <a:prstGeom prst="roundRect">
            <a:avLst>
              <a:gd name="adj" fmla="val 5740"/>
            </a:avLst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顶角 6">
            <a:extLst>
              <a:ext uri="{FF2B5EF4-FFF2-40B4-BE49-F238E27FC236}">
                <a16:creationId xmlns:a16="http://schemas.microsoft.com/office/drawing/2014/main" id="{DCFD3936-4AD1-F829-8ADD-F979C53DD733}"/>
              </a:ext>
            </a:extLst>
          </p:cNvPr>
          <p:cNvSpPr/>
          <p:nvPr/>
        </p:nvSpPr>
        <p:spPr>
          <a:xfrm>
            <a:off x="4207882" y="1252028"/>
            <a:ext cx="3813736" cy="37673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6087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b="1" dirty="0"/>
              <a:t>Challenge 2</a:t>
            </a:r>
            <a:endParaRPr lang="zh-CN" altLang="en-US" b="1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387A3E3-8C78-99E6-B21B-99A90FAEA925}"/>
              </a:ext>
            </a:extLst>
          </p:cNvPr>
          <p:cNvSpPr txBox="1"/>
          <p:nvPr/>
        </p:nvSpPr>
        <p:spPr>
          <a:xfrm>
            <a:off x="4357323" y="1792773"/>
            <a:ext cx="34773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How to generate reflection signals in a specific band?</a:t>
            </a:r>
            <a:endParaRPr lang="zh-CN" altLang="en-US" sz="2200" dirty="0"/>
          </a:p>
        </p:txBody>
      </p:sp>
      <p:pic>
        <p:nvPicPr>
          <p:cNvPr id="26" name="图片 25" descr="图片包含 徽标&#10;&#10;描述已自动生成">
            <a:extLst>
              <a:ext uri="{FF2B5EF4-FFF2-40B4-BE49-F238E27FC236}">
                <a16:creationId xmlns:a16="http://schemas.microsoft.com/office/drawing/2014/main" id="{7DD7DD2D-87D4-B19C-56FD-C1E42F32D1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3021" y="2853003"/>
            <a:ext cx="2096413" cy="2948983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1CE9E1B0-4B52-D966-C90B-E383F4A9D121}"/>
              </a:ext>
            </a:extLst>
          </p:cNvPr>
          <p:cNvSpPr/>
          <p:nvPr/>
        </p:nvSpPr>
        <p:spPr>
          <a:xfrm>
            <a:off x="214886" y="1252029"/>
            <a:ext cx="3813736" cy="4873779"/>
          </a:xfrm>
          <a:prstGeom prst="roundRect">
            <a:avLst>
              <a:gd name="adj" fmla="val 5740"/>
            </a:avLst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顶角 4">
            <a:extLst>
              <a:ext uri="{FF2B5EF4-FFF2-40B4-BE49-F238E27FC236}">
                <a16:creationId xmlns:a16="http://schemas.microsoft.com/office/drawing/2014/main" id="{E11432D9-E34A-C340-3438-4E456413B6B2}"/>
              </a:ext>
            </a:extLst>
          </p:cNvPr>
          <p:cNvSpPr/>
          <p:nvPr/>
        </p:nvSpPr>
        <p:spPr>
          <a:xfrm>
            <a:off x="214885" y="1252028"/>
            <a:ext cx="3813736" cy="37673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6087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b="1" dirty="0"/>
              <a:t>Challenge 1</a:t>
            </a:r>
            <a:endParaRPr lang="zh-CN" altLang="en-US" b="1" dirty="0"/>
          </a:p>
        </p:txBody>
      </p:sp>
      <p:pic>
        <p:nvPicPr>
          <p:cNvPr id="12" name="图片 11" descr="文本&#10;&#10;中度可信度描述已自动生成">
            <a:extLst>
              <a:ext uri="{FF2B5EF4-FFF2-40B4-BE49-F238E27FC236}">
                <a16:creationId xmlns:a16="http://schemas.microsoft.com/office/drawing/2014/main" id="{F2D9489C-9E60-8619-5AEF-9E7C3B28E82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97"/>
          <a:stretch/>
        </p:blipFill>
        <p:spPr>
          <a:xfrm>
            <a:off x="993425" y="2853003"/>
            <a:ext cx="2424880" cy="29200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BD205A0B-12EE-54AF-4320-FD414760CCC0}"/>
              </a:ext>
            </a:extLst>
          </p:cNvPr>
          <p:cNvSpPr txBox="1"/>
          <p:nvPr/>
        </p:nvSpPr>
        <p:spPr>
          <a:xfrm>
            <a:off x="211300" y="1792773"/>
            <a:ext cx="38096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How to select the strongest band with limited power?</a:t>
            </a:r>
            <a:endParaRPr lang="zh-CN" altLang="en-US" sz="22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9A1F589-88A5-132F-8A22-54D4B1D80E98}"/>
              </a:ext>
            </a:extLst>
          </p:cNvPr>
          <p:cNvSpPr/>
          <p:nvPr/>
        </p:nvSpPr>
        <p:spPr>
          <a:xfrm>
            <a:off x="0" y="691040"/>
            <a:ext cx="12192000" cy="6156956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C3D4255-7C32-D64A-A53B-B0E884C97DBE}"/>
              </a:ext>
            </a:extLst>
          </p:cNvPr>
          <p:cNvSpPr/>
          <p:nvPr/>
        </p:nvSpPr>
        <p:spPr>
          <a:xfrm>
            <a:off x="8200877" y="1252029"/>
            <a:ext cx="3813734" cy="4873779"/>
          </a:xfrm>
          <a:prstGeom prst="roundRect">
            <a:avLst>
              <a:gd name="adj" fmla="val 5740"/>
            </a:avLst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顶角 8">
            <a:extLst>
              <a:ext uri="{FF2B5EF4-FFF2-40B4-BE49-F238E27FC236}">
                <a16:creationId xmlns:a16="http://schemas.microsoft.com/office/drawing/2014/main" id="{4A250832-1F50-13FC-FB92-C2229466B4D6}"/>
              </a:ext>
            </a:extLst>
          </p:cNvPr>
          <p:cNvSpPr/>
          <p:nvPr/>
        </p:nvSpPr>
        <p:spPr>
          <a:xfrm>
            <a:off x="8200878" y="1252028"/>
            <a:ext cx="3813732" cy="37673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6087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b="1" dirty="0"/>
              <a:t>Challenge 3</a:t>
            </a:r>
            <a:endParaRPr lang="zh-CN" altLang="en-US" b="1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AE36628-AA06-8242-62E2-84AE324B88A1}"/>
              </a:ext>
            </a:extLst>
          </p:cNvPr>
          <p:cNvSpPr txBox="1"/>
          <p:nvPr/>
        </p:nvSpPr>
        <p:spPr>
          <a:xfrm>
            <a:off x="8197290" y="1792773"/>
            <a:ext cx="38137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How to control the reflection power in a dynamic channel? </a:t>
            </a:r>
            <a:endParaRPr lang="zh-CN" altLang="en-US" sz="2200" dirty="0"/>
          </a:p>
        </p:txBody>
      </p:sp>
      <p:pic>
        <p:nvPicPr>
          <p:cNvPr id="13" name="图片 12" descr="徽标, 公司名称&#10;&#10;描述已自动生成">
            <a:extLst>
              <a:ext uri="{FF2B5EF4-FFF2-40B4-BE49-F238E27FC236}">
                <a16:creationId xmlns:a16="http://schemas.microsoft.com/office/drawing/2014/main" id="{FF377188-CA97-CF52-ED0B-F968EFDE2F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8580" y="2816334"/>
            <a:ext cx="2321409" cy="3055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4426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4BBE1B-F705-6F84-C1CA-5AF5AA07C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Reflection power adjuster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557B2C4-C395-C6E2-1181-FE7CA50C62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89" y="10004"/>
            <a:ext cx="681036" cy="68103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CAFB44A-3562-B8B9-E5A4-E2C3D30BD6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975" y="2121333"/>
            <a:ext cx="4178959" cy="1883427"/>
          </a:xfrm>
          <a:prstGeom prst="rect">
            <a:avLst/>
          </a:prstGeom>
        </p:spPr>
      </p:pic>
      <p:pic>
        <p:nvPicPr>
          <p:cNvPr id="6" name="图片 5" descr="手机屏幕的截图&#10;&#10;中度可信度描述已自动生成">
            <a:extLst>
              <a:ext uri="{FF2B5EF4-FFF2-40B4-BE49-F238E27FC236}">
                <a16:creationId xmlns:a16="http://schemas.microsoft.com/office/drawing/2014/main" id="{E9C5D8D7-335F-96AB-8FBA-301E32DC4A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468" y="2045575"/>
            <a:ext cx="5131429" cy="1800000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1BD83D52-B4C1-6B41-E082-6736A552F6AC}"/>
              </a:ext>
            </a:extLst>
          </p:cNvPr>
          <p:cNvSpPr/>
          <p:nvPr/>
        </p:nvSpPr>
        <p:spPr>
          <a:xfrm>
            <a:off x="444076" y="1310203"/>
            <a:ext cx="5556218" cy="2993630"/>
          </a:xfrm>
          <a:prstGeom prst="roundRect">
            <a:avLst>
              <a:gd name="adj" fmla="val 5740"/>
            </a:avLst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顶角 8">
            <a:extLst>
              <a:ext uri="{FF2B5EF4-FFF2-40B4-BE49-F238E27FC236}">
                <a16:creationId xmlns:a16="http://schemas.microsoft.com/office/drawing/2014/main" id="{CF95C505-121B-A314-EFC3-5DA71F2D165C}"/>
              </a:ext>
            </a:extLst>
          </p:cNvPr>
          <p:cNvSpPr/>
          <p:nvPr/>
        </p:nvSpPr>
        <p:spPr>
          <a:xfrm>
            <a:off x="444075" y="1310203"/>
            <a:ext cx="5556217" cy="40190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6087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2200" b="1" dirty="0"/>
              <a:t>Step 1: Detect power</a:t>
            </a:r>
            <a:endParaRPr lang="zh-CN" altLang="en-US" sz="2200" b="1" dirty="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26331AF-62F5-8BFC-39BC-311B0D30EAB3}"/>
              </a:ext>
            </a:extLst>
          </p:cNvPr>
          <p:cNvSpPr/>
          <p:nvPr/>
        </p:nvSpPr>
        <p:spPr>
          <a:xfrm>
            <a:off x="6180944" y="1310203"/>
            <a:ext cx="5556218" cy="2993630"/>
          </a:xfrm>
          <a:prstGeom prst="roundRect">
            <a:avLst>
              <a:gd name="adj" fmla="val 5740"/>
            </a:avLst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顶角 10">
            <a:extLst>
              <a:ext uri="{FF2B5EF4-FFF2-40B4-BE49-F238E27FC236}">
                <a16:creationId xmlns:a16="http://schemas.microsoft.com/office/drawing/2014/main" id="{B336851A-31CF-6732-9213-5392E2687ABA}"/>
              </a:ext>
            </a:extLst>
          </p:cNvPr>
          <p:cNvSpPr/>
          <p:nvPr/>
        </p:nvSpPr>
        <p:spPr>
          <a:xfrm>
            <a:off x="6180943" y="1310203"/>
            <a:ext cx="5556217" cy="40190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6087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zh-CN" sz="2200" b="1" dirty="0"/>
              <a:t>Step 2: Select loads</a:t>
            </a:r>
            <a:endParaRPr lang="zh-CN" altLang="en-US" sz="2200" b="1" dirty="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679A9C1-9879-CF5E-8968-8E7B06DD64E5}"/>
              </a:ext>
            </a:extLst>
          </p:cNvPr>
          <p:cNvSpPr/>
          <p:nvPr/>
        </p:nvSpPr>
        <p:spPr>
          <a:xfrm>
            <a:off x="627087" y="4713057"/>
            <a:ext cx="11087726" cy="1244221"/>
          </a:xfrm>
          <a:prstGeom prst="roundRect">
            <a:avLst>
              <a:gd name="adj" fmla="val 24113"/>
            </a:avLst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2DB0D3B-B2FD-5165-554D-C0323E2C6C7E}"/>
              </a:ext>
            </a:extLst>
          </p:cNvPr>
          <p:cNvSpPr txBox="1"/>
          <p:nvPr/>
        </p:nvSpPr>
        <p:spPr>
          <a:xfrm>
            <a:off x="1039315" y="4919668"/>
            <a:ext cx="102632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Reflection power adjuster: </a:t>
            </a:r>
            <a:r>
              <a:rPr lang="en-US" altLang="zh-CN" sz="2400" dirty="0"/>
              <a:t>Detect excessively strong excitation and select proper loads to control the reflection strength.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611763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5346AA-63C2-6241-53DC-56B7FACBC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Implementation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DDA2266-1935-DD01-6173-20B680C7FC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89" y="10004"/>
            <a:ext cx="681036" cy="681036"/>
          </a:xfrm>
          <a:prstGeom prst="rect">
            <a:avLst/>
          </a:prstGeom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D82B3BA7-F2C5-1B90-481E-89806F444FB0}"/>
              </a:ext>
            </a:extLst>
          </p:cNvPr>
          <p:cNvGrpSpPr/>
          <p:nvPr/>
        </p:nvGrpSpPr>
        <p:grpSpPr>
          <a:xfrm>
            <a:off x="1048252" y="1068837"/>
            <a:ext cx="4591495" cy="2956023"/>
            <a:chOff x="612965" y="1081603"/>
            <a:chExt cx="4591495" cy="2956023"/>
          </a:xfrm>
        </p:grpSpPr>
        <p:pic>
          <p:nvPicPr>
            <p:cNvPr id="13" name="图片 12" descr="图片包含 电路, 游戏机, 桌子&#10;&#10;描述已自动生成">
              <a:extLst>
                <a:ext uri="{FF2B5EF4-FFF2-40B4-BE49-F238E27FC236}">
                  <a16:creationId xmlns:a16="http://schemas.microsoft.com/office/drawing/2014/main" id="{305A90F3-8503-58AB-9764-18B8B232AE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8293" y="1696283"/>
              <a:ext cx="3613130" cy="2128568"/>
            </a:xfrm>
            <a:prstGeom prst="rect">
              <a:avLst/>
            </a:prstGeom>
          </p:spPr>
        </p:pic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FEBB8AE9-37FA-DC8D-A687-1D39B4C9E035}"/>
                </a:ext>
              </a:extLst>
            </p:cNvPr>
            <p:cNvSpPr/>
            <p:nvPr/>
          </p:nvSpPr>
          <p:spPr>
            <a:xfrm>
              <a:off x="612966" y="1081604"/>
              <a:ext cx="4591494" cy="2956022"/>
            </a:xfrm>
            <a:prstGeom prst="roundRect">
              <a:avLst>
                <a:gd name="adj" fmla="val 5740"/>
              </a:avLst>
            </a:prstGeom>
            <a:noFill/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: 圆顶角 14">
              <a:extLst>
                <a:ext uri="{FF2B5EF4-FFF2-40B4-BE49-F238E27FC236}">
                  <a16:creationId xmlns:a16="http://schemas.microsoft.com/office/drawing/2014/main" id="{EB7DA352-BC65-485C-AD23-99DA8756CC57}"/>
                </a:ext>
              </a:extLst>
            </p:cNvPr>
            <p:cNvSpPr/>
            <p:nvPr/>
          </p:nvSpPr>
          <p:spPr>
            <a:xfrm>
              <a:off x="612965" y="1081603"/>
              <a:ext cx="4591493" cy="401906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66087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altLang="zh-CN" sz="2200" b="1" dirty="0"/>
                <a:t>Trident tag</a:t>
              </a:r>
              <a:endParaRPr lang="zh-CN" altLang="en-US" sz="2200" b="1" dirty="0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F52B1325-AEC3-90CD-CE40-025F448939EB}"/>
              </a:ext>
            </a:extLst>
          </p:cNvPr>
          <p:cNvGrpSpPr/>
          <p:nvPr/>
        </p:nvGrpSpPr>
        <p:grpSpPr>
          <a:xfrm>
            <a:off x="6552253" y="1068837"/>
            <a:ext cx="4591495" cy="5242998"/>
            <a:chOff x="6479475" y="1066362"/>
            <a:chExt cx="4591495" cy="5242998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847EA36A-BA91-E66F-EC1C-B0CAD331DC4D}"/>
                </a:ext>
              </a:extLst>
            </p:cNvPr>
            <p:cNvSpPr/>
            <p:nvPr/>
          </p:nvSpPr>
          <p:spPr>
            <a:xfrm>
              <a:off x="6479476" y="1066362"/>
              <a:ext cx="4591494" cy="5242998"/>
            </a:xfrm>
            <a:prstGeom prst="roundRect">
              <a:avLst>
                <a:gd name="adj" fmla="val 5740"/>
              </a:avLst>
            </a:prstGeom>
            <a:noFill/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: 圆顶角 18">
              <a:extLst>
                <a:ext uri="{FF2B5EF4-FFF2-40B4-BE49-F238E27FC236}">
                  <a16:creationId xmlns:a16="http://schemas.microsoft.com/office/drawing/2014/main" id="{CCF3F99A-80A4-0BAD-B819-D1CCE55185E0}"/>
                </a:ext>
              </a:extLst>
            </p:cNvPr>
            <p:cNvSpPr/>
            <p:nvPr/>
          </p:nvSpPr>
          <p:spPr>
            <a:xfrm>
              <a:off x="6479475" y="1066362"/>
              <a:ext cx="4591493" cy="43594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66087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altLang="zh-CN" sz="2200" b="1" dirty="0"/>
                <a:t>The network deployment</a:t>
              </a:r>
              <a:endParaRPr lang="zh-CN" altLang="en-US" sz="2200" b="1" dirty="0"/>
            </a:p>
          </p:txBody>
        </p:sp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F539526A-7AEE-7C85-6655-8A5E32EC48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63812" y="1799094"/>
              <a:ext cx="4020913" cy="4113251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0DC5110D-F41E-B073-DF1D-336DEE3C78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9713730"/>
                  </p:ext>
                </p:extLst>
              </p:nvPr>
            </p:nvGraphicFramePr>
            <p:xfrm>
              <a:off x="1234497" y="4914726"/>
              <a:ext cx="4211296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49230">
                      <a:extLst>
                        <a:ext uri="{9D8B030D-6E8A-4147-A177-3AD203B41FA5}">
                          <a16:colId xmlns:a16="http://schemas.microsoft.com/office/drawing/2014/main" val="3000600674"/>
                        </a:ext>
                      </a:extLst>
                    </a:gridCol>
                    <a:gridCol w="1762066">
                      <a:extLst>
                        <a:ext uri="{9D8B030D-6E8A-4147-A177-3AD203B41FA5}">
                          <a16:colId xmlns:a16="http://schemas.microsoft.com/office/drawing/2014/main" val="415267944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Implementation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66087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Power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66087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67701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PCB prototype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30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i="1" dirty="0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oMath>
                          </a14:m>
                          <a:r>
                            <a:rPr lang="en-US" altLang="zh-CN" dirty="0"/>
                            <a:t>W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345872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ASIC simulation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16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oMath>
                          </a14:m>
                          <a:r>
                            <a:rPr lang="en-US" altLang="zh-CN" dirty="0"/>
                            <a:t>W</a:t>
                          </a:r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211371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0DC5110D-F41E-B073-DF1D-336DEE3C78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9713730"/>
                  </p:ext>
                </p:extLst>
              </p:nvPr>
            </p:nvGraphicFramePr>
            <p:xfrm>
              <a:off x="1234497" y="4914726"/>
              <a:ext cx="4211296" cy="111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49230">
                      <a:extLst>
                        <a:ext uri="{9D8B030D-6E8A-4147-A177-3AD203B41FA5}">
                          <a16:colId xmlns:a16="http://schemas.microsoft.com/office/drawing/2014/main" val="3000600674"/>
                        </a:ext>
                      </a:extLst>
                    </a:gridCol>
                    <a:gridCol w="1762066">
                      <a:extLst>
                        <a:ext uri="{9D8B030D-6E8A-4147-A177-3AD203B41FA5}">
                          <a16:colId xmlns:a16="http://schemas.microsoft.com/office/drawing/2014/main" val="415267944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Implementation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66087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Power</a:t>
                          </a:r>
                          <a:endParaRPr lang="zh-CN" altLang="en-US" dirty="0"/>
                        </a:p>
                      </a:txBody>
                      <a:tcPr>
                        <a:solidFill>
                          <a:srgbClr val="66087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67701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PCB prototype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138966" t="-108197" r="-1379" b="-1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345872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ASIC simulation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6"/>
                          <a:stretch>
                            <a:fillRect l="-138966" t="-208197" r="-1379" b="-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113713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7FD0A903-8C18-B89C-4F59-A62C04EC289F}"/>
              </a:ext>
            </a:extLst>
          </p:cNvPr>
          <p:cNvSpPr txBox="1"/>
          <p:nvPr/>
        </p:nvSpPr>
        <p:spPr>
          <a:xfrm>
            <a:off x="1186270" y="4428719"/>
            <a:ext cx="4307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/>
              <a:t>Power consumption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352907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33BE2B-3AA4-1AE6-68FE-037BA6C46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Overall performance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66D5A83-5F88-6D51-4169-AD9D59B1F2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89" y="10004"/>
            <a:ext cx="681036" cy="681036"/>
          </a:xfrm>
          <a:prstGeom prst="rect">
            <a:avLst/>
          </a:prstGeom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DB26C9F6-6839-F262-308E-A3FFF16B666C}"/>
              </a:ext>
            </a:extLst>
          </p:cNvPr>
          <p:cNvGrpSpPr/>
          <p:nvPr/>
        </p:nvGrpSpPr>
        <p:grpSpPr>
          <a:xfrm>
            <a:off x="781615" y="1499761"/>
            <a:ext cx="2401875" cy="2889332"/>
            <a:chOff x="781615" y="1499761"/>
            <a:chExt cx="2401875" cy="2889332"/>
          </a:xfrm>
        </p:grpSpPr>
        <p:pic>
          <p:nvPicPr>
            <p:cNvPr id="10" name="图片 9" descr="图表, 折线图&#10;&#10;描述已自动生成">
              <a:extLst>
                <a:ext uri="{FF2B5EF4-FFF2-40B4-BE49-F238E27FC236}">
                  <a16:creationId xmlns:a16="http://schemas.microsoft.com/office/drawing/2014/main" id="{F3EBB48C-FB3A-DF30-931E-6B0DD09C80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1615" y="1499761"/>
              <a:ext cx="2401875" cy="2520000"/>
            </a:xfrm>
            <a:prstGeom prst="rect">
              <a:avLst/>
            </a:prstGeom>
          </p:spPr>
        </p:pic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16A61C7F-D3B0-ED0B-F450-DD87E8530FE6}"/>
                </a:ext>
              </a:extLst>
            </p:cNvPr>
            <p:cNvSpPr txBox="1"/>
            <p:nvPr/>
          </p:nvSpPr>
          <p:spPr>
            <a:xfrm>
              <a:off x="1039197" y="4019761"/>
              <a:ext cx="18887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Deploy 4 tags</a:t>
              </a:r>
              <a:endParaRPr lang="zh-CN" altLang="en-US" dirty="0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82AE9DA4-887F-0520-0460-67391E82015F}"/>
              </a:ext>
            </a:extLst>
          </p:cNvPr>
          <p:cNvGrpSpPr/>
          <p:nvPr/>
        </p:nvGrpSpPr>
        <p:grpSpPr>
          <a:xfrm>
            <a:off x="3441072" y="1499761"/>
            <a:ext cx="2401875" cy="2889332"/>
            <a:chOff x="3441072" y="1499761"/>
            <a:chExt cx="2401875" cy="2889332"/>
          </a:xfrm>
        </p:grpSpPr>
        <p:pic>
          <p:nvPicPr>
            <p:cNvPr id="12" name="图片 11" descr="图表, 折线图&#10;&#10;描述已自动生成">
              <a:extLst>
                <a:ext uri="{FF2B5EF4-FFF2-40B4-BE49-F238E27FC236}">
                  <a16:creationId xmlns:a16="http://schemas.microsoft.com/office/drawing/2014/main" id="{7211B702-DE50-856F-BA67-B26B017542E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1072" y="1499761"/>
              <a:ext cx="2401875" cy="2520000"/>
            </a:xfrm>
            <a:prstGeom prst="rect">
              <a:avLst/>
            </a:prstGeom>
          </p:spPr>
        </p:pic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25CD5E75-6216-4829-75CD-D90459A23DDA}"/>
                </a:ext>
              </a:extLst>
            </p:cNvPr>
            <p:cNvSpPr txBox="1"/>
            <p:nvPr/>
          </p:nvSpPr>
          <p:spPr>
            <a:xfrm>
              <a:off x="3697628" y="4019761"/>
              <a:ext cx="18887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Deploy 5 tags</a:t>
              </a:r>
              <a:endParaRPr lang="zh-CN" altLang="en-US" dirty="0"/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8E7644E1-9456-92C7-1ED1-46A5042B25B7}"/>
              </a:ext>
            </a:extLst>
          </p:cNvPr>
          <p:cNvGrpSpPr/>
          <p:nvPr/>
        </p:nvGrpSpPr>
        <p:grpSpPr>
          <a:xfrm>
            <a:off x="6096000" y="1499761"/>
            <a:ext cx="2401875" cy="2889332"/>
            <a:chOff x="6096000" y="1499761"/>
            <a:chExt cx="2401875" cy="2889332"/>
          </a:xfrm>
        </p:grpSpPr>
        <p:pic>
          <p:nvPicPr>
            <p:cNvPr id="14" name="图片 13" descr="图表, 折线图&#10;&#10;描述已自动生成">
              <a:extLst>
                <a:ext uri="{FF2B5EF4-FFF2-40B4-BE49-F238E27FC236}">
                  <a16:creationId xmlns:a16="http://schemas.microsoft.com/office/drawing/2014/main" id="{D3F993AA-823E-9C27-02C8-5C272CD08A9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1499761"/>
              <a:ext cx="2401875" cy="2520000"/>
            </a:xfrm>
            <a:prstGeom prst="rect">
              <a:avLst/>
            </a:prstGeom>
          </p:spPr>
        </p:pic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42CF81FC-4566-37F1-BAD6-027B7A6C650A}"/>
                </a:ext>
              </a:extLst>
            </p:cNvPr>
            <p:cNvSpPr txBox="1"/>
            <p:nvPr/>
          </p:nvSpPr>
          <p:spPr>
            <a:xfrm>
              <a:off x="6356059" y="4019761"/>
              <a:ext cx="18887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Deploy 5 tags</a:t>
              </a:r>
              <a:endParaRPr lang="zh-CN" altLang="en-US" dirty="0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31EA53FC-F30F-7361-1E43-C23A0D5A6F6B}"/>
              </a:ext>
            </a:extLst>
          </p:cNvPr>
          <p:cNvGrpSpPr/>
          <p:nvPr/>
        </p:nvGrpSpPr>
        <p:grpSpPr>
          <a:xfrm>
            <a:off x="8750928" y="1499761"/>
            <a:ext cx="2401875" cy="2889332"/>
            <a:chOff x="8750928" y="1499761"/>
            <a:chExt cx="2401875" cy="2889332"/>
          </a:xfrm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AF2C19EB-9E8B-FDD6-9AB7-B66A43E66F89}"/>
                </a:ext>
              </a:extLst>
            </p:cNvPr>
            <p:cNvSpPr txBox="1"/>
            <p:nvPr/>
          </p:nvSpPr>
          <p:spPr>
            <a:xfrm>
              <a:off x="9010987" y="4019761"/>
              <a:ext cx="18887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Deploy 7 tags</a:t>
              </a:r>
              <a:endParaRPr lang="zh-CN" altLang="en-US" dirty="0"/>
            </a:p>
          </p:txBody>
        </p:sp>
        <p:pic>
          <p:nvPicPr>
            <p:cNvPr id="16" name="图片 15" descr="图表, 折线图&#10;&#10;描述已自动生成">
              <a:extLst>
                <a:ext uri="{FF2B5EF4-FFF2-40B4-BE49-F238E27FC236}">
                  <a16:creationId xmlns:a16="http://schemas.microsoft.com/office/drawing/2014/main" id="{629DB402-182F-3880-FA78-36A363FD701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50928" y="1499761"/>
              <a:ext cx="2401875" cy="2520000"/>
            </a:xfrm>
            <a:prstGeom prst="rect">
              <a:avLst/>
            </a:prstGeom>
          </p:spPr>
        </p:pic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B055AD32-925B-95B6-79B9-CDE25C870422}"/>
              </a:ext>
            </a:extLst>
          </p:cNvPr>
          <p:cNvGrpSpPr/>
          <p:nvPr/>
        </p:nvGrpSpPr>
        <p:grpSpPr>
          <a:xfrm>
            <a:off x="627087" y="4855463"/>
            <a:ext cx="11087726" cy="1244221"/>
            <a:chOff x="627087" y="4713057"/>
            <a:chExt cx="11087726" cy="1244221"/>
          </a:xfrm>
        </p:grpSpPr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9DF7DA6A-DC9B-C7AB-B2DF-2E87E62E4622}"/>
                </a:ext>
              </a:extLst>
            </p:cNvPr>
            <p:cNvSpPr/>
            <p:nvPr/>
          </p:nvSpPr>
          <p:spPr>
            <a:xfrm>
              <a:off x="627087" y="4713057"/>
              <a:ext cx="11087726" cy="1244221"/>
            </a:xfrm>
            <a:prstGeom prst="roundRect">
              <a:avLst>
                <a:gd name="adj" fmla="val 24113"/>
              </a:avLst>
            </a:prstGeom>
            <a:noFill/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7AC8BEE-D6F5-58D4-DF14-EBE08E435472}"/>
                </a:ext>
              </a:extLst>
            </p:cNvPr>
            <p:cNvSpPr txBox="1"/>
            <p:nvPr/>
          </p:nvSpPr>
          <p:spPr>
            <a:xfrm>
              <a:off x="853283" y="4919668"/>
              <a:ext cx="1063533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Trident demonstrates a throughput improvement of </a:t>
              </a:r>
              <a:r>
                <a:rPr lang="en-US" altLang="zh-CN" sz="2400" b="1" dirty="0">
                  <a:solidFill>
                    <a:srgbClr val="660874"/>
                  </a:solidFill>
                </a:rPr>
                <a:t>2.28x-3.18x</a:t>
              </a:r>
              <a:r>
                <a:rPr lang="en-US" altLang="zh-CN" sz="2400" b="1" dirty="0"/>
                <a:t> </a:t>
              </a:r>
              <a:r>
                <a:rPr lang="en-US" altLang="zh-CN" sz="2400" dirty="0"/>
                <a:t>across various numbers of tags and reporting rates compared to the TDMA method.</a:t>
              </a:r>
              <a:endParaRPr lang="zh-CN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682187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847736-7B42-2038-4B5D-39C51E241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Frequency selectivity of reflector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AF682E2-7525-542A-4EC4-0055DABACA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89" y="10004"/>
            <a:ext cx="681036" cy="681036"/>
          </a:xfrm>
          <a:prstGeom prst="rect">
            <a:avLst/>
          </a:prstGeom>
        </p:spPr>
      </p:pic>
      <p:pic>
        <p:nvPicPr>
          <p:cNvPr id="6" name="图片 5" descr="图表, 条形图&#10;&#10;描述已自动生成">
            <a:extLst>
              <a:ext uri="{FF2B5EF4-FFF2-40B4-BE49-F238E27FC236}">
                <a16:creationId xmlns:a16="http://schemas.microsoft.com/office/drawing/2014/main" id="{49290FCD-827E-07A0-9D65-ED9DEEE694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980" y="973252"/>
            <a:ext cx="3487499" cy="36000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1E7C2AF-A276-D0F2-3FA3-A6C9281C02E0}"/>
              </a:ext>
            </a:extLst>
          </p:cNvPr>
          <p:cNvSpPr txBox="1"/>
          <p:nvPr/>
        </p:nvSpPr>
        <p:spPr>
          <a:xfrm>
            <a:off x="6096000" y="1546833"/>
            <a:ext cx="4404610" cy="2380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zh-CN" sz="2200" b="1" dirty="0"/>
              <a:t>Settings:</a:t>
            </a:r>
          </a:p>
          <a:p>
            <a:pPr>
              <a:spcAft>
                <a:spcPts val="1000"/>
              </a:spcAft>
            </a:pPr>
            <a:r>
              <a:rPr lang="en-US" altLang="zh-CN" sz="2200" dirty="0"/>
              <a:t>1. set the operating frequency bands of the tag;</a:t>
            </a:r>
          </a:p>
          <a:p>
            <a:pPr>
              <a:spcAft>
                <a:spcPts val="1000"/>
              </a:spcAft>
            </a:pPr>
            <a:r>
              <a:rPr lang="en-US" altLang="zh-CN" sz="2200" dirty="0"/>
              <a:t>2. measure the strength of the backscattered signal received by the reader in different bands.</a:t>
            </a:r>
            <a:endParaRPr lang="zh-CN" altLang="en-US" sz="2200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6B8607E-C1A5-80C5-FB7E-8FB378E9A642}"/>
              </a:ext>
            </a:extLst>
          </p:cNvPr>
          <p:cNvGrpSpPr/>
          <p:nvPr/>
        </p:nvGrpSpPr>
        <p:grpSpPr>
          <a:xfrm>
            <a:off x="627087" y="4855463"/>
            <a:ext cx="11087726" cy="1244221"/>
            <a:chOff x="627087" y="4713057"/>
            <a:chExt cx="11087726" cy="1244221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EAAC3893-4505-9108-A549-6A39B9594728}"/>
                </a:ext>
              </a:extLst>
            </p:cNvPr>
            <p:cNvSpPr/>
            <p:nvPr/>
          </p:nvSpPr>
          <p:spPr>
            <a:xfrm>
              <a:off x="627087" y="4713057"/>
              <a:ext cx="11087726" cy="1244221"/>
            </a:xfrm>
            <a:prstGeom prst="roundRect">
              <a:avLst>
                <a:gd name="adj" fmla="val 24113"/>
              </a:avLst>
            </a:prstGeom>
            <a:noFill/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FA6FE4E9-8ED5-D244-DAA3-E55C483F91D0}"/>
                </a:ext>
              </a:extLst>
            </p:cNvPr>
            <p:cNvSpPr txBox="1"/>
            <p:nvPr/>
          </p:nvSpPr>
          <p:spPr>
            <a:xfrm>
              <a:off x="1039315" y="4919668"/>
              <a:ext cx="1026326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The out-of-band suppression is more than </a:t>
              </a:r>
              <a:r>
                <a:rPr lang="en-US" altLang="zh-CN" sz="2400" b="1" dirty="0">
                  <a:solidFill>
                    <a:srgbClr val="660874"/>
                  </a:solidFill>
                </a:rPr>
                <a:t>18dB</a:t>
              </a:r>
              <a:r>
                <a:rPr lang="en-US" altLang="zh-CN" sz="2400" dirty="0"/>
                <a:t>, which demonstrates the good frequency selectivity of Trident’s reflector.</a:t>
              </a:r>
              <a:endParaRPr lang="zh-CN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6774216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F703EC-83EB-F603-7106-EA37D846C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Accuracy of band selection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181833B-4786-3567-C1BA-170C861361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89" y="10004"/>
            <a:ext cx="681036" cy="681036"/>
          </a:xfrm>
          <a:prstGeom prst="rect">
            <a:avLst/>
          </a:prstGeom>
        </p:spPr>
      </p:pic>
      <p:pic>
        <p:nvPicPr>
          <p:cNvPr id="10" name="图片 9" descr="图表&#10;&#10;描述已自动生成">
            <a:extLst>
              <a:ext uri="{FF2B5EF4-FFF2-40B4-BE49-F238E27FC236}">
                <a16:creationId xmlns:a16="http://schemas.microsoft.com/office/drawing/2014/main" id="{7C212F6D-3387-1095-512D-432F46A483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8366" y="1048850"/>
            <a:ext cx="3487500" cy="3600000"/>
          </a:xfrm>
          <a:prstGeom prst="rect">
            <a:avLst/>
          </a:prstGeom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0EEFAEF2-BD8E-EF80-8AB2-31B29B216169}"/>
              </a:ext>
            </a:extLst>
          </p:cNvPr>
          <p:cNvGrpSpPr/>
          <p:nvPr/>
        </p:nvGrpSpPr>
        <p:grpSpPr>
          <a:xfrm>
            <a:off x="627087" y="4855463"/>
            <a:ext cx="11087726" cy="1244221"/>
            <a:chOff x="627087" y="4713057"/>
            <a:chExt cx="11087726" cy="1244221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E615C4BF-B6EE-3728-EFA8-6157625CDF18}"/>
                </a:ext>
              </a:extLst>
            </p:cNvPr>
            <p:cNvSpPr/>
            <p:nvPr/>
          </p:nvSpPr>
          <p:spPr>
            <a:xfrm>
              <a:off x="627087" y="4713057"/>
              <a:ext cx="11087726" cy="1244221"/>
            </a:xfrm>
            <a:prstGeom prst="roundRect">
              <a:avLst>
                <a:gd name="adj" fmla="val 24113"/>
              </a:avLst>
            </a:prstGeom>
            <a:noFill/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C52F010B-79B0-7FC9-EBC5-98EAA0F29110}"/>
                </a:ext>
              </a:extLst>
            </p:cNvPr>
            <p:cNvSpPr txBox="1"/>
            <p:nvPr/>
          </p:nvSpPr>
          <p:spPr>
            <a:xfrm>
              <a:off x="1039315" y="4919668"/>
              <a:ext cx="1026326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Trident can identify the frequency band with the strongest excitation signal with the accuracy of </a:t>
              </a:r>
              <a:r>
                <a:rPr lang="en-US" altLang="zh-CN" sz="2400" b="1" dirty="0">
                  <a:solidFill>
                    <a:srgbClr val="660874"/>
                  </a:solidFill>
                </a:rPr>
                <a:t>95.08%</a:t>
              </a:r>
              <a:r>
                <a:rPr lang="en-US" altLang="zh-CN" sz="2400" dirty="0"/>
                <a:t>.</a:t>
              </a:r>
              <a:endParaRPr lang="zh-CN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251219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97E03F-1F81-4E44-C978-7568A8C5C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Throughput increment by adjusting power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B52A491-4E06-3929-A709-273CADCAD7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89" y="10004"/>
            <a:ext cx="681036" cy="681036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7F256449-31CE-595B-025F-459F91BC062F}"/>
              </a:ext>
            </a:extLst>
          </p:cNvPr>
          <p:cNvGrpSpPr/>
          <p:nvPr/>
        </p:nvGrpSpPr>
        <p:grpSpPr>
          <a:xfrm>
            <a:off x="2127750" y="1184966"/>
            <a:ext cx="3638792" cy="3249332"/>
            <a:chOff x="2127750" y="1184966"/>
            <a:chExt cx="3638792" cy="3249332"/>
          </a:xfrm>
        </p:grpSpPr>
        <p:pic>
          <p:nvPicPr>
            <p:cNvPr id="6" name="图片 5" descr="图表, 折线图&#10;&#10;描述已自动生成">
              <a:extLst>
                <a:ext uri="{FF2B5EF4-FFF2-40B4-BE49-F238E27FC236}">
                  <a16:creationId xmlns:a16="http://schemas.microsoft.com/office/drawing/2014/main" id="{C42C2D79-DEFD-4BAB-8378-3E73CC144B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06917" y="1184966"/>
              <a:ext cx="2789999" cy="2880000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646A4417-F800-193F-6CBD-101252751459}"/>
                </a:ext>
              </a:extLst>
            </p:cNvPr>
            <p:cNvSpPr txBox="1"/>
            <p:nvPr/>
          </p:nvSpPr>
          <p:spPr>
            <a:xfrm>
              <a:off x="2127750" y="4064966"/>
              <a:ext cx="36387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Throughput of the interfered tag</a:t>
              </a:r>
              <a:endParaRPr lang="zh-CN" altLang="en-US" dirty="0"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3AA809C-ADD2-E3DA-F481-5BB788D337C8}"/>
              </a:ext>
            </a:extLst>
          </p:cNvPr>
          <p:cNvGrpSpPr/>
          <p:nvPr/>
        </p:nvGrpSpPr>
        <p:grpSpPr>
          <a:xfrm>
            <a:off x="6350502" y="1184966"/>
            <a:ext cx="3713748" cy="3249332"/>
            <a:chOff x="6350502" y="1184966"/>
            <a:chExt cx="3713748" cy="3249332"/>
          </a:xfrm>
        </p:grpSpPr>
        <p:pic>
          <p:nvPicPr>
            <p:cNvPr id="8" name="图片 7" descr="图表, 折线图&#10;&#10;描述已自动生成">
              <a:extLst>
                <a:ext uri="{FF2B5EF4-FFF2-40B4-BE49-F238E27FC236}">
                  <a16:creationId xmlns:a16="http://schemas.microsoft.com/office/drawing/2014/main" id="{57B4AAD0-2C87-B8AA-459F-B9BEC4C8B45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66684" y="1184966"/>
              <a:ext cx="2790000" cy="2880000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61B34D4-64C1-B845-F1CA-58B595BD7C1B}"/>
                </a:ext>
              </a:extLst>
            </p:cNvPr>
            <p:cNvSpPr txBox="1"/>
            <p:nvPr/>
          </p:nvSpPr>
          <p:spPr>
            <a:xfrm>
              <a:off x="6350502" y="4064966"/>
              <a:ext cx="37137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/>
                <a:t>Throughput of the interfering tag</a:t>
              </a:r>
              <a:endParaRPr lang="zh-CN" altLang="en-US" dirty="0"/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2E28638D-B020-D5DC-2460-B9CD28DA7E37}"/>
              </a:ext>
            </a:extLst>
          </p:cNvPr>
          <p:cNvSpPr txBox="1"/>
          <p:nvPr/>
        </p:nvSpPr>
        <p:spPr>
          <a:xfrm>
            <a:off x="1039315" y="5062074"/>
            <a:ext cx="102632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Power adjustment can alleviate the interference significantly, while causing negligible throughput loss.</a:t>
            </a:r>
            <a:endParaRPr lang="zh-CN" altLang="en-US" sz="2400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73BC687-91AF-21CF-D25F-A456B243FDB1}"/>
              </a:ext>
            </a:extLst>
          </p:cNvPr>
          <p:cNvGrpSpPr/>
          <p:nvPr/>
        </p:nvGrpSpPr>
        <p:grpSpPr>
          <a:xfrm>
            <a:off x="627087" y="4855463"/>
            <a:ext cx="11087726" cy="1244221"/>
            <a:chOff x="627087" y="4713057"/>
            <a:chExt cx="11087726" cy="1244221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3570E05A-0B04-6202-E32E-C7F3A74EF552}"/>
                </a:ext>
              </a:extLst>
            </p:cNvPr>
            <p:cNvSpPr/>
            <p:nvPr/>
          </p:nvSpPr>
          <p:spPr>
            <a:xfrm>
              <a:off x="627087" y="4713057"/>
              <a:ext cx="11087726" cy="1244221"/>
            </a:xfrm>
            <a:prstGeom prst="roundRect">
              <a:avLst>
                <a:gd name="adj" fmla="val 24113"/>
              </a:avLst>
            </a:prstGeom>
            <a:noFill/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E4FD12C8-A1DA-3E31-1193-BE587800F4BC}"/>
                </a:ext>
              </a:extLst>
            </p:cNvPr>
            <p:cNvSpPr txBox="1"/>
            <p:nvPr/>
          </p:nvSpPr>
          <p:spPr>
            <a:xfrm>
              <a:off x="1039315" y="4919668"/>
              <a:ext cx="102632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6562274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C3E055-6812-A7EB-D2D7-CAF70A658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B8D0671-B780-A320-B998-236343615C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89" y="10004"/>
            <a:ext cx="681036" cy="68103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664FFCC-2ABB-77D3-67CF-4755EE3C0CFF}"/>
              </a:ext>
            </a:extLst>
          </p:cNvPr>
          <p:cNvSpPr txBox="1"/>
          <p:nvPr/>
        </p:nvSpPr>
        <p:spPr>
          <a:xfrm>
            <a:off x="601579" y="1507959"/>
            <a:ext cx="1098884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altLang="zh-CN" sz="2400" dirty="0"/>
              <a:t>We propose </a:t>
            </a:r>
            <a:r>
              <a:rPr lang="en-US" altLang="zh-CN" sz="2400" b="1" dirty="0">
                <a:solidFill>
                  <a:srgbClr val="660874"/>
                </a:solidFill>
              </a:rPr>
              <a:t>Trident</a:t>
            </a:r>
            <a:r>
              <a:rPr lang="en-US" altLang="zh-CN" sz="2400" dirty="0"/>
              <a:t>, avoiding interference in the multi-reader backscatter network via </a:t>
            </a:r>
            <a:r>
              <a:rPr lang="en-US" altLang="zh-CN" sz="2400" b="1" dirty="0">
                <a:solidFill>
                  <a:srgbClr val="660874"/>
                </a:solidFill>
              </a:rPr>
              <a:t>frequency-space division </a:t>
            </a:r>
            <a:r>
              <a:rPr lang="en-US" altLang="zh-CN" sz="2400" dirty="0"/>
              <a:t>to enhance the throughput of the whole network.</a:t>
            </a:r>
          </a:p>
          <a:p>
            <a:pPr marL="34290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altLang="zh-CN" sz="2400" dirty="0"/>
              <a:t>The key innovation is the exploration of the </a:t>
            </a:r>
            <a:r>
              <a:rPr lang="en-US" altLang="zh-CN" sz="2400" u="sng" dirty="0"/>
              <a:t>direct RF signal process </a:t>
            </a:r>
            <a:r>
              <a:rPr lang="en-US" altLang="zh-CN" sz="2400" dirty="0"/>
              <a:t>on the tag, enabling the </a:t>
            </a:r>
            <a:r>
              <a:rPr lang="en-US" altLang="zh-CN" sz="2400" b="1" dirty="0">
                <a:solidFill>
                  <a:srgbClr val="660874"/>
                </a:solidFill>
              </a:rPr>
              <a:t>signal extraction </a:t>
            </a:r>
            <a:r>
              <a:rPr lang="en-US" altLang="zh-CN" sz="2400" dirty="0"/>
              <a:t>and </a:t>
            </a:r>
            <a:r>
              <a:rPr lang="en-US" altLang="zh-CN" sz="2400" b="1" dirty="0">
                <a:solidFill>
                  <a:srgbClr val="660874"/>
                </a:solidFill>
              </a:rPr>
              <a:t>frequency-selective backscatter.</a:t>
            </a:r>
            <a:endParaRPr lang="en-US" altLang="zh-CN" sz="2400" dirty="0"/>
          </a:p>
          <a:p>
            <a:pPr marL="342900" indent="-342900">
              <a:spcAft>
                <a:spcPts val="2400"/>
              </a:spcAft>
              <a:buFont typeface="Arial" panose="020B0604020202020204" pitchFamily="34" charset="0"/>
              <a:buChar char="•"/>
            </a:pPr>
            <a:r>
              <a:rPr lang="en-US" altLang="zh-CN" sz="2400" dirty="0"/>
              <a:t>Trident demonstrates a </a:t>
            </a:r>
            <a:r>
              <a:rPr lang="en-US" altLang="zh-CN" sz="2400" b="1" dirty="0">
                <a:solidFill>
                  <a:srgbClr val="660874"/>
                </a:solidFill>
              </a:rPr>
              <a:t>throughput improvement of 2.28x-3.18x</a:t>
            </a:r>
            <a:r>
              <a:rPr lang="en-US" altLang="zh-CN" sz="2400" b="1" dirty="0"/>
              <a:t> </a:t>
            </a:r>
            <a:r>
              <a:rPr lang="en-US" altLang="zh-CN" sz="2400" dirty="0"/>
              <a:t>compared to the traditional TDMA-based scheme, without consuming more energy.</a:t>
            </a:r>
          </a:p>
        </p:txBody>
      </p:sp>
    </p:spTree>
    <p:extLst>
      <p:ext uri="{BB962C8B-B14F-4D97-AF65-F5344CB8AC3E}">
        <p14:creationId xmlns:p14="http://schemas.microsoft.com/office/powerpoint/2010/main" val="8200926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1">
            <a:extLst>
              <a:ext uri="{FF2B5EF4-FFF2-40B4-BE49-F238E27FC236}">
                <a16:creationId xmlns:a16="http://schemas.microsoft.com/office/drawing/2014/main" id="{F4C7DE64-CC49-4F13-BEA3-439F686342A2}"/>
              </a:ext>
            </a:extLst>
          </p:cNvPr>
          <p:cNvSpPr txBox="1">
            <a:spLocks/>
          </p:cNvSpPr>
          <p:nvPr/>
        </p:nvSpPr>
        <p:spPr>
          <a:xfrm>
            <a:off x="11513584" y="6357887"/>
            <a:ext cx="678416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0E49DF86-A253-4663-A432-3B42799C675D}" type="slidenum">
              <a:rPr lang="zh-CN" altLang="en-US" smtClean="0">
                <a:solidFill>
                  <a:prstClr val="black">
                    <a:tint val="75000"/>
                  </a:prstClr>
                </a:solidFill>
                <a:latin typeface="等线" panose="020F0502020204030204"/>
                <a:ea typeface="等线" panose="02010600030101010101" pitchFamily="2" charset="-122"/>
              </a:rPr>
              <a:pPr algn="ctr">
                <a:defRPr/>
              </a:pPr>
              <a:t>22</a:t>
            </a:fld>
            <a:endParaRPr lang="zh-CN" altLang="en-US" dirty="0">
              <a:solidFill>
                <a:prstClr val="black">
                  <a:tint val="75000"/>
                </a:prstClr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pic>
        <p:nvPicPr>
          <p:cNvPr id="27" name="Picture 6" descr="Tsinghua University">
            <a:extLst>
              <a:ext uri="{FF2B5EF4-FFF2-40B4-BE49-F238E27FC236}">
                <a16:creationId xmlns:a16="http://schemas.microsoft.com/office/drawing/2014/main" id="{2D8858E3-3891-41B9-AB68-DD6DC8523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2140" y="129297"/>
            <a:ext cx="2522593" cy="877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文本框 45">
            <a:extLst>
              <a:ext uri="{FF2B5EF4-FFF2-40B4-BE49-F238E27FC236}">
                <a16:creationId xmlns:a16="http://schemas.microsoft.com/office/drawing/2014/main" id="{CAB0D1A3-D765-4097-8991-64AEC8AD4F92}"/>
              </a:ext>
            </a:extLst>
          </p:cNvPr>
          <p:cNvSpPr txBox="1"/>
          <p:nvPr/>
        </p:nvSpPr>
        <p:spPr>
          <a:xfrm>
            <a:off x="98606" y="129297"/>
            <a:ext cx="2324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3200" b="1" dirty="0">
                <a:solidFill>
                  <a:srgbClr val="8130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ea typeface="Microsoft YaHei" charset="0"/>
              </a:rPr>
              <a:t>Trident</a:t>
            </a:r>
            <a:endParaRPr lang="zh-CN" alt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" name="标题 1">
            <a:extLst>
              <a:ext uri="{FF2B5EF4-FFF2-40B4-BE49-F238E27FC236}">
                <a16:creationId xmlns:a16="http://schemas.microsoft.com/office/drawing/2014/main" id="{75FD9518-F8ED-497D-8342-37BE1D67E27F}"/>
              </a:ext>
            </a:extLst>
          </p:cNvPr>
          <p:cNvSpPr txBox="1">
            <a:spLocks/>
          </p:cNvSpPr>
          <p:nvPr/>
        </p:nvSpPr>
        <p:spPr>
          <a:xfrm>
            <a:off x="3212832" y="2017661"/>
            <a:ext cx="5766331" cy="97093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6600" dirty="0">
                <a:solidFill>
                  <a:srgbClr val="66087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Thank You!</a:t>
            </a: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B1361DC9-D0E1-43C0-94B8-2A2DC5A914D6}"/>
              </a:ext>
            </a:extLst>
          </p:cNvPr>
          <p:cNvGrpSpPr/>
          <p:nvPr/>
        </p:nvGrpSpPr>
        <p:grpSpPr>
          <a:xfrm>
            <a:off x="4060737" y="4188832"/>
            <a:ext cx="4070523" cy="2341333"/>
            <a:chOff x="7615349" y="3889980"/>
            <a:chExt cx="4070523" cy="2341333"/>
          </a:xfrm>
        </p:grpSpPr>
        <p:pic>
          <p:nvPicPr>
            <p:cNvPr id="47" name="图片 46">
              <a:extLst>
                <a:ext uri="{FF2B5EF4-FFF2-40B4-BE49-F238E27FC236}">
                  <a16:creationId xmlns:a16="http://schemas.microsoft.com/office/drawing/2014/main" id="{8B525F75-3520-492C-B405-CD8DA765ED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64584" y="3889980"/>
              <a:ext cx="2172055" cy="2172055"/>
            </a:xfrm>
            <a:prstGeom prst="rect">
              <a:avLst/>
            </a:prstGeom>
          </p:spPr>
        </p:pic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F28AD53F-D99A-4C3C-AB02-C089D8E222A2}"/>
                </a:ext>
              </a:extLst>
            </p:cNvPr>
            <p:cNvSpPr txBox="1"/>
            <p:nvPr/>
          </p:nvSpPr>
          <p:spPr>
            <a:xfrm>
              <a:off x="7615349" y="5892759"/>
              <a:ext cx="407052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b="1" dirty="0">
                  <a:latin typeface="Georgia" panose="02040502050405020303" pitchFamily="18" charset="0"/>
                  <a:ea typeface="微软雅黑" panose="020B0503020204020204" pitchFamily="34" charset="-122"/>
                </a:rPr>
                <a:t>http://tns.thss.tsinghua.edu.cn/sun/</a:t>
              </a:r>
              <a:endParaRPr lang="zh-CN" altLang="en-US" sz="1600" b="1" dirty="0">
                <a:latin typeface="Georgia" panose="02040502050405020303" pitchFamily="18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50" name="文本框 49">
            <a:extLst>
              <a:ext uri="{FF2B5EF4-FFF2-40B4-BE49-F238E27FC236}">
                <a16:creationId xmlns:a16="http://schemas.microsoft.com/office/drawing/2014/main" id="{0DE9E4A4-B09F-4B79-AF5D-AD6027FAD6DA}"/>
              </a:ext>
            </a:extLst>
          </p:cNvPr>
          <p:cNvSpPr txBox="1"/>
          <p:nvPr/>
        </p:nvSpPr>
        <p:spPr>
          <a:xfrm>
            <a:off x="3771135" y="3497186"/>
            <a:ext cx="44003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Please find more details in: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4038353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4BBE1B-F705-6F84-C1CA-5AF5AA07C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Reflection power adjuster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557B2C4-C395-C6E2-1181-FE7CA50C62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89" y="10004"/>
            <a:ext cx="681036" cy="68103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50E67FC-ED43-FD90-66BA-71D555A113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6164" y="1681724"/>
            <a:ext cx="4629836" cy="2086634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7384402F-B4CE-A6CA-685B-F17F2BB209C8}"/>
              </a:ext>
            </a:extLst>
          </p:cNvPr>
          <p:cNvGrpSpPr/>
          <p:nvPr/>
        </p:nvGrpSpPr>
        <p:grpSpPr>
          <a:xfrm>
            <a:off x="7399632" y="1225267"/>
            <a:ext cx="2509497" cy="2890497"/>
            <a:chOff x="7159001" y="1286219"/>
            <a:chExt cx="2509497" cy="2890497"/>
          </a:xfrm>
        </p:grpSpPr>
        <p:pic>
          <p:nvPicPr>
            <p:cNvPr id="18" name="图片 17" descr="图表, 雷达图&#10;&#10;描述已自动生成">
              <a:extLst>
                <a:ext uri="{FF2B5EF4-FFF2-40B4-BE49-F238E27FC236}">
                  <a16:creationId xmlns:a16="http://schemas.microsoft.com/office/drawing/2014/main" id="{97AEB8A3-C528-0C5D-C11B-72E7930C5D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9001" y="1286219"/>
              <a:ext cx="2509497" cy="2509497"/>
            </a:xfrm>
            <a:prstGeom prst="rect">
              <a:avLst/>
            </a:prstGeom>
          </p:spPr>
        </p:pic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ADDB5820-5E7D-888C-0435-21320E44735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25848739"/>
                </p:ext>
              </p:extLst>
            </p:nvPr>
          </p:nvGraphicFramePr>
          <p:xfrm>
            <a:off x="7251699" y="3795716"/>
            <a:ext cx="2324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323800" imgH="380880" progId="Equation.DSMT4">
                    <p:embed/>
                  </p:oleObj>
                </mc:Choice>
                <mc:Fallback>
                  <p:oleObj name="Equation" r:id="rId6" imgW="2323800" imgH="380880" progId="Equation.DSMT4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ADDB5820-5E7D-888C-0435-21320E44735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7251699" y="3795716"/>
                          <a:ext cx="23241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F57FBC0-541F-6938-0F51-479234AF0609}"/>
              </a:ext>
            </a:extLst>
          </p:cNvPr>
          <p:cNvSpPr/>
          <p:nvPr/>
        </p:nvSpPr>
        <p:spPr>
          <a:xfrm>
            <a:off x="749968" y="4549103"/>
            <a:ext cx="10692064" cy="1572126"/>
          </a:xfrm>
          <a:prstGeom prst="round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0E76C3B-6BA7-3642-E758-2F7FF8C40477}"/>
              </a:ext>
            </a:extLst>
          </p:cNvPr>
          <p:cNvSpPr txBox="1"/>
          <p:nvPr/>
        </p:nvSpPr>
        <p:spPr>
          <a:xfrm>
            <a:off x="1518300" y="4736719"/>
            <a:ext cx="91921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The reflection power is determined by the difference of reflection coefficient.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The difference of </a:t>
            </a:r>
            <a:r>
              <a:rPr lang="en-US" altLang="zh-CN" sz="2400" i="1" dirty="0"/>
              <a:t>L</a:t>
            </a:r>
            <a:r>
              <a:rPr lang="en-US" altLang="zh-CN" sz="2400" dirty="0"/>
              <a:t> and </a:t>
            </a:r>
            <a:r>
              <a:rPr lang="en-US" altLang="zh-CN" sz="2400" i="1" dirty="0"/>
              <a:t>L+R </a:t>
            </a:r>
            <a:r>
              <a:rPr lang="en-US" altLang="zh-CN" sz="2400" dirty="0"/>
              <a:t>is small, bringing weaker reflection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711940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5FF2E-45D8-D144-8D01-44C75A06D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Low-power band selection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0BAE431-EB5E-6B72-8C7A-4BBFAFF5E8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89" y="10004"/>
            <a:ext cx="681036" cy="681036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C539A715-F523-A1DF-F467-26FF3C3338F0}"/>
              </a:ext>
            </a:extLst>
          </p:cNvPr>
          <p:cNvSpPr/>
          <p:nvPr/>
        </p:nvSpPr>
        <p:spPr>
          <a:xfrm>
            <a:off x="762000" y="1195907"/>
            <a:ext cx="10648525" cy="3612313"/>
          </a:xfrm>
          <a:prstGeom prst="roundRect">
            <a:avLst>
              <a:gd name="adj" fmla="val 5740"/>
            </a:avLst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顶角 7">
            <a:extLst>
              <a:ext uri="{FF2B5EF4-FFF2-40B4-BE49-F238E27FC236}">
                <a16:creationId xmlns:a16="http://schemas.microsoft.com/office/drawing/2014/main" id="{ABDACF57-DB6D-3A9E-8E0C-DB0977B9E0C5}"/>
              </a:ext>
            </a:extLst>
          </p:cNvPr>
          <p:cNvSpPr/>
          <p:nvPr/>
        </p:nvSpPr>
        <p:spPr>
          <a:xfrm>
            <a:off x="762000" y="1195906"/>
            <a:ext cx="10648523" cy="490654"/>
          </a:xfrm>
          <a:prstGeom prst="round2SameRect">
            <a:avLst>
              <a:gd name="adj1" fmla="val 29293"/>
              <a:gd name="adj2" fmla="val 0"/>
            </a:avLst>
          </a:prstGeom>
          <a:solidFill>
            <a:srgbClr val="66087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2200" b="1" dirty="0"/>
              <a:t>Tag receives mixed signals with different frequency components</a:t>
            </a:r>
            <a:endParaRPr lang="zh-CN" altLang="en-US" sz="2200" b="1" dirty="0"/>
          </a:p>
        </p:txBody>
      </p:sp>
      <p:pic>
        <p:nvPicPr>
          <p:cNvPr id="5" name="图片 4" descr="图片包含 文本&#10;&#10;描述已自动生成">
            <a:extLst>
              <a:ext uri="{FF2B5EF4-FFF2-40B4-BE49-F238E27FC236}">
                <a16:creationId xmlns:a16="http://schemas.microsoft.com/office/drawing/2014/main" id="{86CC737E-D7E5-A228-F8CF-183E85D1D3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6480" y="1889938"/>
            <a:ext cx="6827520" cy="271490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172E221-1E45-7B20-4682-90A2ACD8EBA9}"/>
              </a:ext>
            </a:extLst>
          </p:cNvPr>
          <p:cNvSpPr txBox="1"/>
          <p:nvPr/>
        </p:nvSpPr>
        <p:spPr>
          <a:xfrm>
            <a:off x="1247844" y="5321574"/>
            <a:ext cx="9671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660874"/>
                </a:solidFill>
              </a:rPr>
              <a:t>Problem</a:t>
            </a:r>
            <a:r>
              <a:rPr lang="en-US" altLang="zh-CN" sz="2400" b="1" dirty="0"/>
              <a:t>: </a:t>
            </a:r>
            <a:r>
              <a:rPr lang="en-US" altLang="zh-CN" sz="2400" dirty="0"/>
              <a:t>How to select the band with strongest excitation on a tag, whose power budget is highly limited. </a:t>
            </a:r>
            <a:endParaRPr lang="zh-CN" altLang="en-US" sz="2400" b="1" dirty="0">
              <a:solidFill>
                <a:srgbClr val="990CAC"/>
              </a:solidFill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A3033238-237F-C720-A9B5-D6B45BCAE55A}"/>
              </a:ext>
            </a:extLst>
          </p:cNvPr>
          <p:cNvSpPr/>
          <p:nvPr/>
        </p:nvSpPr>
        <p:spPr>
          <a:xfrm>
            <a:off x="762000" y="5114963"/>
            <a:ext cx="10643033" cy="1244221"/>
          </a:xfrm>
          <a:prstGeom prst="roundRect">
            <a:avLst>
              <a:gd name="adj" fmla="val 24113"/>
            </a:avLst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705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5FF2E-45D8-D144-8D01-44C75A06D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Frequency-selective reflection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0BAE431-EB5E-6B72-8C7A-4BBFAFF5E8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89" y="10004"/>
            <a:ext cx="681036" cy="681036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43A4391C-82D3-6CB9-2884-612D0938407B}"/>
              </a:ext>
            </a:extLst>
          </p:cNvPr>
          <p:cNvSpPr/>
          <p:nvPr/>
        </p:nvSpPr>
        <p:spPr>
          <a:xfrm>
            <a:off x="762000" y="1195907"/>
            <a:ext cx="10648525" cy="3612313"/>
          </a:xfrm>
          <a:prstGeom prst="roundRect">
            <a:avLst>
              <a:gd name="adj" fmla="val 5740"/>
            </a:avLst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顶角 7">
            <a:extLst>
              <a:ext uri="{FF2B5EF4-FFF2-40B4-BE49-F238E27FC236}">
                <a16:creationId xmlns:a16="http://schemas.microsoft.com/office/drawing/2014/main" id="{8F281F2D-FB98-F478-91A7-9040CC08CF3F}"/>
              </a:ext>
            </a:extLst>
          </p:cNvPr>
          <p:cNvSpPr/>
          <p:nvPr/>
        </p:nvSpPr>
        <p:spPr>
          <a:xfrm>
            <a:off x="762000" y="1195906"/>
            <a:ext cx="10648523" cy="490654"/>
          </a:xfrm>
          <a:prstGeom prst="round2SameRect">
            <a:avLst>
              <a:gd name="adj1" fmla="val 29293"/>
              <a:gd name="adj2" fmla="val 0"/>
            </a:avLst>
          </a:prstGeom>
          <a:solidFill>
            <a:srgbClr val="66087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2200" b="1" dirty="0"/>
              <a:t>Tag backscatters signals across the whole frequency range</a:t>
            </a:r>
            <a:endParaRPr lang="zh-CN" altLang="en-US" sz="2200" b="1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4D430BB-2A85-FCE0-866C-941BA9396A35}"/>
              </a:ext>
            </a:extLst>
          </p:cNvPr>
          <p:cNvSpPr/>
          <p:nvPr/>
        </p:nvSpPr>
        <p:spPr>
          <a:xfrm>
            <a:off x="762000" y="5114963"/>
            <a:ext cx="10643033" cy="1244221"/>
          </a:xfrm>
          <a:prstGeom prst="roundRect">
            <a:avLst>
              <a:gd name="adj" fmla="val 24113"/>
            </a:avLst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图片包含 图示&#10;&#10;描述已自动生成">
            <a:extLst>
              <a:ext uri="{FF2B5EF4-FFF2-40B4-BE49-F238E27FC236}">
                <a16:creationId xmlns:a16="http://schemas.microsoft.com/office/drawing/2014/main" id="{497515C0-0B08-4AC9-9440-5C47444625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420" y="1975790"/>
            <a:ext cx="8366760" cy="25432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6069FB2-D4A7-0E16-F78B-06DD26F69464}"/>
              </a:ext>
            </a:extLst>
          </p:cNvPr>
          <p:cNvSpPr txBox="1"/>
          <p:nvPr/>
        </p:nvSpPr>
        <p:spPr>
          <a:xfrm>
            <a:off x="1247844" y="5321574"/>
            <a:ext cx="9671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660874"/>
                </a:solidFill>
              </a:rPr>
              <a:t>Problem</a:t>
            </a:r>
            <a:r>
              <a:rPr lang="en-US" altLang="zh-CN" sz="2400" b="1" dirty="0"/>
              <a:t>: </a:t>
            </a:r>
            <a:r>
              <a:rPr lang="en-US" altLang="zh-CN" sz="2400" dirty="0"/>
              <a:t>How to generate backscattered signal in only one of the multiple frequency bands? </a:t>
            </a:r>
            <a:endParaRPr lang="zh-CN" altLang="en-US" sz="2400" b="1" dirty="0">
              <a:solidFill>
                <a:srgbClr val="990CA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4515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451D1A-7C27-4900-43B7-645F82AB8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Reflection power adjust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C689DA0-D743-CAE9-7E8A-80CE8FC988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89" y="10004"/>
            <a:ext cx="681036" cy="681036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C3DD8BDD-4A54-4691-9AAC-FDE71AF4D4B5}"/>
              </a:ext>
            </a:extLst>
          </p:cNvPr>
          <p:cNvSpPr/>
          <p:nvPr/>
        </p:nvSpPr>
        <p:spPr>
          <a:xfrm>
            <a:off x="1109784" y="1195907"/>
            <a:ext cx="9952958" cy="3612313"/>
          </a:xfrm>
          <a:prstGeom prst="roundRect">
            <a:avLst>
              <a:gd name="adj" fmla="val 5740"/>
            </a:avLst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顶角 5">
            <a:extLst>
              <a:ext uri="{FF2B5EF4-FFF2-40B4-BE49-F238E27FC236}">
                <a16:creationId xmlns:a16="http://schemas.microsoft.com/office/drawing/2014/main" id="{0470D88C-C1FF-C461-264C-CC522B0AEAFB}"/>
              </a:ext>
            </a:extLst>
          </p:cNvPr>
          <p:cNvSpPr/>
          <p:nvPr/>
        </p:nvSpPr>
        <p:spPr>
          <a:xfrm>
            <a:off x="1109784" y="1195906"/>
            <a:ext cx="9952956" cy="490654"/>
          </a:xfrm>
          <a:prstGeom prst="round2SameRect">
            <a:avLst>
              <a:gd name="adj1" fmla="val 29293"/>
              <a:gd name="adj2" fmla="val 0"/>
            </a:avLst>
          </a:prstGeom>
          <a:solidFill>
            <a:srgbClr val="66087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2200" b="1" dirty="0"/>
              <a:t>Excessive excitation causes interference to remote readers</a:t>
            </a:r>
            <a:endParaRPr lang="zh-CN" altLang="en-US" sz="2200" b="1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19D091D-BD14-2BFF-FC0F-457A96EC7904}"/>
              </a:ext>
            </a:extLst>
          </p:cNvPr>
          <p:cNvSpPr/>
          <p:nvPr/>
        </p:nvSpPr>
        <p:spPr>
          <a:xfrm>
            <a:off x="762000" y="5114963"/>
            <a:ext cx="10643033" cy="1244221"/>
          </a:xfrm>
          <a:prstGeom prst="roundRect">
            <a:avLst>
              <a:gd name="adj" fmla="val 24113"/>
            </a:avLst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DDEC7D4-16D1-9014-1681-53CFD3F0A4F5}"/>
              </a:ext>
            </a:extLst>
          </p:cNvPr>
          <p:cNvSpPr txBox="1"/>
          <p:nvPr/>
        </p:nvSpPr>
        <p:spPr>
          <a:xfrm>
            <a:off x="1247844" y="5321574"/>
            <a:ext cx="9671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660874"/>
                </a:solidFill>
              </a:rPr>
              <a:t>Problem</a:t>
            </a:r>
            <a:r>
              <a:rPr lang="en-US" altLang="zh-CN" sz="2400" b="1" dirty="0"/>
              <a:t>: </a:t>
            </a:r>
            <a:r>
              <a:rPr lang="en-US" altLang="zh-CN" sz="2400" dirty="0"/>
              <a:t>How to ensure the efficacy of power control under dynamic wireless channel condition?</a:t>
            </a:r>
            <a:endParaRPr lang="zh-CN" altLang="en-US" sz="2400" b="1" dirty="0">
              <a:solidFill>
                <a:srgbClr val="990CAC"/>
              </a:solidFill>
            </a:endParaRPr>
          </a:p>
        </p:txBody>
      </p:sp>
      <p:pic>
        <p:nvPicPr>
          <p:cNvPr id="11" name="图片 10" descr="游戏机里面的人物&#10;&#10;低可信度描述已自动生成">
            <a:extLst>
              <a:ext uri="{FF2B5EF4-FFF2-40B4-BE49-F238E27FC236}">
                <a16:creationId xmlns:a16="http://schemas.microsoft.com/office/drawing/2014/main" id="{F5BD233E-58BB-E4F0-2595-6DFE9794BA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8523" y="1893171"/>
            <a:ext cx="5683052" cy="269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643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9D10C3-CB93-E551-8D48-4546B2412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Backscatter in a specific band</a:t>
            </a:r>
            <a:endParaRPr lang="zh-CN" altLang="en-US" dirty="0"/>
          </a:p>
        </p:txBody>
      </p:sp>
      <p:pic>
        <p:nvPicPr>
          <p:cNvPr id="7" name="图片 6" descr="图形用户界面, 应用程序, 网站&#10;&#10;描述已自动生成">
            <a:extLst>
              <a:ext uri="{FF2B5EF4-FFF2-40B4-BE49-F238E27FC236}">
                <a16:creationId xmlns:a16="http://schemas.microsoft.com/office/drawing/2014/main" id="{32266DB7-8112-6EAE-3E1F-6D6D9914B1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515" y="2372634"/>
            <a:ext cx="9235934" cy="211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3734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C6F627-2D66-746E-63C0-C422D2AC9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Frequency-selective reflection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3089A05-8905-9A77-8751-31D638F346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989" y="10004"/>
            <a:ext cx="681036" cy="68103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FBBC888-49FA-50CA-0619-484AD6ABAA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2404" y="1749917"/>
            <a:ext cx="1871139" cy="531193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735BEEB2-DAE6-2EA4-7D81-0630435FBF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6895" y="3086625"/>
            <a:ext cx="3061918" cy="256824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1125D8B2-5235-4A79-AABE-9E945C27D0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5994" y="2683091"/>
            <a:ext cx="2992819" cy="343713"/>
          </a:xfrm>
          <a:prstGeom prst="rect">
            <a:avLst/>
          </a:prstGeom>
        </p:spPr>
      </p:pic>
      <p:pic>
        <p:nvPicPr>
          <p:cNvPr id="20" name="图片 19" descr="图示, 示意图&#10;&#10;描述已自动生成">
            <a:extLst>
              <a:ext uri="{FF2B5EF4-FFF2-40B4-BE49-F238E27FC236}">
                <a16:creationId xmlns:a16="http://schemas.microsoft.com/office/drawing/2014/main" id="{AB079965-B5AB-331B-AE78-CD7D254AB1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793" y="1342302"/>
            <a:ext cx="3964611" cy="2560342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A6AFA52B-9D52-7A72-995F-E374A5D412CE}"/>
              </a:ext>
            </a:extLst>
          </p:cNvPr>
          <p:cNvSpPr/>
          <p:nvPr/>
        </p:nvSpPr>
        <p:spPr>
          <a:xfrm>
            <a:off x="8318813" y="1507021"/>
            <a:ext cx="2131197" cy="1943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8F9B1EA-E089-7873-0FAA-6200FE03CAE3}"/>
              </a:ext>
            </a:extLst>
          </p:cNvPr>
          <p:cNvSpPr/>
          <p:nvPr/>
        </p:nvSpPr>
        <p:spPr>
          <a:xfrm>
            <a:off x="2072265" y="1859064"/>
            <a:ext cx="685149" cy="4220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D112B9D-5B91-772F-1B5B-20928FAD02DB}"/>
              </a:ext>
            </a:extLst>
          </p:cNvPr>
          <p:cNvSpPr/>
          <p:nvPr/>
        </p:nvSpPr>
        <p:spPr>
          <a:xfrm>
            <a:off x="3620802" y="1938396"/>
            <a:ext cx="685149" cy="4220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411568B3-6CD6-7436-6393-07799D037D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2899" y="2015514"/>
            <a:ext cx="1544786" cy="347676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D5EDB2CC-B914-AD3B-2388-9B6CA5161CFA}"/>
              </a:ext>
            </a:extLst>
          </p:cNvPr>
          <p:cNvSpPr/>
          <p:nvPr/>
        </p:nvSpPr>
        <p:spPr>
          <a:xfrm>
            <a:off x="3527686" y="1859064"/>
            <a:ext cx="778266" cy="501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3B28A22-79C7-EEF7-B6B6-88F09CECEB9B}"/>
              </a:ext>
            </a:extLst>
          </p:cNvPr>
          <p:cNvSpPr/>
          <p:nvPr/>
        </p:nvSpPr>
        <p:spPr>
          <a:xfrm>
            <a:off x="1853721" y="1911019"/>
            <a:ext cx="753468" cy="501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BC886A8F-FAA9-3372-55A3-4348C13E0EF8}"/>
              </a:ext>
            </a:extLst>
          </p:cNvPr>
          <p:cNvGrpSpPr/>
          <p:nvPr/>
        </p:nvGrpSpPr>
        <p:grpSpPr>
          <a:xfrm>
            <a:off x="3283331" y="3257497"/>
            <a:ext cx="475453" cy="858323"/>
            <a:chOff x="10025157" y="3374820"/>
            <a:chExt cx="475453" cy="858323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A0E7F45E-A62B-B3B8-251D-7E3C3936DD47}"/>
                </a:ext>
              </a:extLst>
            </p:cNvPr>
            <p:cNvSpPr txBox="1"/>
            <p:nvPr/>
          </p:nvSpPr>
          <p:spPr>
            <a:xfrm>
              <a:off x="10025157" y="3857668"/>
              <a:ext cx="475453" cy="3754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94191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V1</a:t>
              </a:r>
              <a:endParaRPr lang="zh-CN" altLang="en-US" dirty="0">
                <a:solidFill>
                  <a:srgbClr val="94191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箭头: 下 33">
              <a:extLst>
                <a:ext uri="{FF2B5EF4-FFF2-40B4-BE49-F238E27FC236}">
                  <a16:creationId xmlns:a16="http://schemas.microsoft.com/office/drawing/2014/main" id="{680D8BA5-5242-2062-7E5C-019C07286EC2}"/>
                </a:ext>
              </a:extLst>
            </p:cNvPr>
            <p:cNvSpPr/>
            <p:nvPr/>
          </p:nvSpPr>
          <p:spPr>
            <a:xfrm rot="10800000">
              <a:off x="10168827" y="3374820"/>
              <a:ext cx="121982" cy="492340"/>
            </a:xfrm>
            <a:prstGeom prst="downArrow">
              <a:avLst>
                <a:gd name="adj1" fmla="val 22630"/>
                <a:gd name="adj2" fmla="val 108518"/>
              </a:avLst>
            </a:prstGeom>
            <a:solidFill>
              <a:srgbClr val="9419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37D69583-A42C-6C23-D308-035544016D69}"/>
              </a:ext>
            </a:extLst>
          </p:cNvPr>
          <p:cNvSpPr txBox="1"/>
          <p:nvPr/>
        </p:nvSpPr>
        <p:spPr>
          <a:xfrm>
            <a:off x="8829748" y="1792376"/>
            <a:ext cx="1936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Incident signal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1FA4A5E4-9697-1C8F-F18A-D909E746A2E8}"/>
              </a:ext>
            </a:extLst>
          </p:cNvPr>
          <p:cNvCxnSpPr/>
          <p:nvPr/>
        </p:nvCxnSpPr>
        <p:spPr>
          <a:xfrm flipH="1">
            <a:off x="8491175" y="1977042"/>
            <a:ext cx="32153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B4F730C9-72F3-D9D2-6FE2-629DE460A2BD}"/>
              </a:ext>
            </a:extLst>
          </p:cNvPr>
          <p:cNvCxnSpPr/>
          <p:nvPr/>
        </p:nvCxnSpPr>
        <p:spPr>
          <a:xfrm>
            <a:off x="8491175" y="2839287"/>
            <a:ext cx="2765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2924A779-50E6-4F54-C41A-F96CB8780ABB}"/>
              </a:ext>
            </a:extLst>
          </p:cNvPr>
          <p:cNvSpPr txBox="1"/>
          <p:nvPr/>
        </p:nvSpPr>
        <p:spPr>
          <a:xfrm>
            <a:off x="8900551" y="2534426"/>
            <a:ext cx="16476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Generate backscattered signals only in band 1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9BC4F0C-0EDC-2C34-4968-3B247740A0C0}"/>
              </a:ext>
            </a:extLst>
          </p:cNvPr>
          <p:cNvSpPr txBox="1"/>
          <p:nvPr/>
        </p:nvSpPr>
        <p:spPr>
          <a:xfrm>
            <a:off x="1982899" y="3401667"/>
            <a:ext cx="16136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Tuning the voltage to select band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CA1A7DC-DA89-05AD-05F4-2395DA4B6B4C}"/>
              </a:ext>
            </a:extLst>
          </p:cNvPr>
          <p:cNvSpPr txBox="1"/>
          <p:nvPr/>
        </p:nvSpPr>
        <p:spPr>
          <a:xfrm>
            <a:off x="4394513" y="3827984"/>
            <a:ext cx="1882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Comb-line filter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911F0FD6-E828-66D1-05D0-82C78662C22A}"/>
              </a:ext>
            </a:extLst>
          </p:cNvPr>
          <p:cNvSpPr/>
          <p:nvPr/>
        </p:nvSpPr>
        <p:spPr>
          <a:xfrm>
            <a:off x="762000" y="4839067"/>
            <a:ext cx="10643033" cy="1244221"/>
          </a:xfrm>
          <a:prstGeom prst="roundRect">
            <a:avLst>
              <a:gd name="adj" fmla="val 24113"/>
            </a:avLst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B93C1A0-5928-6537-F088-2F4153C32858}"/>
              </a:ext>
            </a:extLst>
          </p:cNvPr>
          <p:cNvSpPr txBox="1"/>
          <p:nvPr/>
        </p:nvSpPr>
        <p:spPr>
          <a:xfrm>
            <a:off x="1178466" y="5045678"/>
            <a:ext cx="9810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Manipulate RF signals in different frequency bands to achieve the frequency-selective reflection.</a:t>
            </a:r>
            <a:endParaRPr lang="zh-CN" altLang="en-US" sz="240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8FF1DE82-3556-953C-FB9D-89B8E7A6B2E6}"/>
              </a:ext>
            </a:extLst>
          </p:cNvPr>
          <p:cNvSpPr txBox="1"/>
          <p:nvPr/>
        </p:nvSpPr>
        <p:spPr>
          <a:xfrm>
            <a:off x="2072265" y="1536176"/>
            <a:ext cx="1613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Control signal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8233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22222E-6 L -0.03373 0.0004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93" y="2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3.33333E-6 L 0.12278 -1.48148E-6 " pathEditMode="relative" rAng="0" ptsTypes="AA">
                                      <p:cBhvr>
                                        <p:cTn id="8" dur="3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33" y="11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63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2.22222E-6 L 0.12565 2.22222E-6 " pathEditMode="relative" rAng="0" ptsTypes="AA">
                                      <p:cBhvr>
                                        <p:cTn id="10" dur="3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50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3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7.40741E-7 L 0.05052 -0.00023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26" y="-23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cademic">
      <a:majorFont>
        <a:latin typeface="Georgia"/>
        <a:ea typeface="Georgia"/>
        <a:cs typeface=""/>
      </a:majorFont>
      <a:minorFont>
        <a:latin typeface="Georgia"/>
        <a:ea typeface="Georgia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7966</TotalTime>
  <Words>2506</Words>
  <Application>Microsoft Office PowerPoint</Application>
  <PresentationFormat>宽屏</PresentationFormat>
  <Paragraphs>325</Paragraphs>
  <Slides>28</Slides>
  <Notes>28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7" baseType="lpstr">
      <vt:lpstr>NimbusRomNo9L-Medi</vt:lpstr>
      <vt:lpstr>NimbusRomNo9L-Regu</vt:lpstr>
      <vt:lpstr>Söhne</vt:lpstr>
      <vt:lpstr>等线</vt:lpstr>
      <vt:lpstr>Arial</vt:lpstr>
      <vt:lpstr>Cambria Math</vt:lpstr>
      <vt:lpstr>Georgia</vt:lpstr>
      <vt:lpstr>Office 主题​​</vt:lpstr>
      <vt:lpstr>Equation</vt:lpstr>
      <vt:lpstr>PowerPoint 演示文稿</vt:lpstr>
      <vt:lpstr>Dense reader deployment</vt:lpstr>
      <vt:lpstr>Interference in the multi-reader network</vt:lpstr>
      <vt:lpstr>Avoid interference in the time domain</vt:lpstr>
      <vt:lpstr>Trident</vt:lpstr>
      <vt:lpstr>Challenge</vt:lpstr>
      <vt:lpstr>Challenge</vt:lpstr>
      <vt:lpstr>Signal extraction</vt:lpstr>
      <vt:lpstr>Comb-line filter</vt:lpstr>
      <vt:lpstr>Comb-line filter</vt:lpstr>
      <vt:lpstr>Signal comparison</vt:lpstr>
      <vt:lpstr>Challenge</vt:lpstr>
      <vt:lpstr>Frequency-selective backscatter</vt:lpstr>
      <vt:lpstr>Challenge</vt:lpstr>
      <vt:lpstr>Reflection power adjuster</vt:lpstr>
      <vt:lpstr>Implementation</vt:lpstr>
      <vt:lpstr>Overall performance</vt:lpstr>
      <vt:lpstr>Frequency selectivity of reflector</vt:lpstr>
      <vt:lpstr>Accuracy of band selection</vt:lpstr>
      <vt:lpstr>Throughput increment by adjusting power</vt:lpstr>
      <vt:lpstr>Conclusion</vt:lpstr>
      <vt:lpstr>PowerPoint 演示文稿</vt:lpstr>
      <vt:lpstr>Reflection power adjuster</vt:lpstr>
      <vt:lpstr>Low-power band selection</vt:lpstr>
      <vt:lpstr>Frequency-selective reflection</vt:lpstr>
      <vt:lpstr>Reflection power adjust</vt:lpstr>
      <vt:lpstr>Backscatter in a specific band</vt:lpstr>
      <vt:lpstr>Frequency-selective reflection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Hui Yang</dc:creator>
  <cp:lastModifiedBy>shui san</cp:lastModifiedBy>
  <cp:revision>1</cp:revision>
  <dcterms:created xsi:type="dcterms:W3CDTF">2024-04-23T11:31:52Z</dcterms:created>
  <dcterms:modified xsi:type="dcterms:W3CDTF">2026-03-07T02:56:25Z</dcterms:modified>
</cp:coreProperties>
</file>